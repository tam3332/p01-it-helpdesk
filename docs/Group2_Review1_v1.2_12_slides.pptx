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9b826970dd4ff4" /><Relationship Type="http://schemas.openxmlformats.org/officeDocument/2006/relationships/extended-properties" Target="/docProps/app.xml" Id="Re139fc7a2bba40fe" /><Relationship Type="http://schemas.openxmlformats.org/officeDocument/2006/relationships/officeDocument" Target="/ppt/presentation.xml" Id="Rfa67dcdad3814a98" /></Relationships>
</file>

<file path=ppt/presentation.xml><?xml version="1.0" encoding="utf-8"?>
<p:presentation xmlns:p="http://schemas.openxmlformats.org/presentationml/2006/main">
  <p:sldMasterIdLst>
    <p:sldMasterId xmlns:r="http://schemas.openxmlformats.org/officeDocument/2006/relationships" id="2147483648" r:id="R7572a8b2717e4553"/>
  </p:sldMasterIdLst>
  <p:notesMasterIdLst>
    <p:notesMasterId xmlns:r="http://schemas.openxmlformats.org/officeDocument/2006/relationships" r:id="Rc01dce5465684114"/>
  </p:notesMasterIdLst>
  <p:sldIdLst>
    <p:sldId xmlns:r="http://schemas.openxmlformats.org/officeDocument/2006/relationships" id="256" r:id="R9478d73c9f2349da"/>
    <p:sldId xmlns:r="http://schemas.openxmlformats.org/officeDocument/2006/relationships" id="257" r:id="R9660a74c9086485e"/>
    <p:sldId xmlns:r="http://schemas.openxmlformats.org/officeDocument/2006/relationships" id="258" r:id="R06c68ced74aa4f09"/>
    <p:sldId xmlns:r="http://schemas.openxmlformats.org/officeDocument/2006/relationships" id="259" r:id="R867ff3aa8ede462b"/>
    <p:sldId xmlns:r="http://schemas.openxmlformats.org/officeDocument/2006/relationships" id="260" r:id="R7a147e79011c49a6"/>
    <p:sldId xmlns:r="http://schemas.openxmlformats.org/officeDocument/2006/relationships" id="261" r:id="R795fd1a4d46d403a"/>
    <p:sldId xmlns:r="http://schemas.openxmlformats.org/officeDocument/2006/relationships" id="262" r:id="Rb15d399fcf3349a3"/>
    <p:sldId xmlns:r="http://schemas.openxmlformats.org/officeDocument/2006/relationships" id="263" r:id="R5fd476116c4749b0"/>
    <p:sldId xmlns:r="http://schemas.openxmlformats.org/officeDocument/2006/relationships" id="264" r:id="R6ed1428ed8e24327"/>
    <p:sldId xmlns:r="http://schemas.openxmlformats.org/officeDocument/2006/relationships" id="265" r:id="R60e8e87093084012"/>
    <p:sldId xmlns:r="http://schemas.openxmlformats.org/officeDocument/2006/relationships" id="266" r:id="R654d9591b9d84c52"/>
    <p:sldId xmlns:r="http://schemas.openxmlformats.org/officeDocument/2006/relationships" id="267" r:id="Rf1654db09e7e401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38cf65b1b54a51" /><Relationship Type="http://schemas.openxmlformats.org/officeDocument/2006/relationships/slideMaster" Target="/ppt/slideMasters/slideMaster1.xml" Id="R7572a8b2717e4553" /><Relationship Type="http://schemas.openxmlformats.org/officeDocument/2006/relationships/notesMaster" Target="/ppt/notesMasters/notesMaster1.xml" Id="Rc01dce5465684114" /><Relationship Type="http://schemas.openxmlformats.org/officeDocument/2006/relationships/presProps" Target="/ppt/presProps.xml" Id="Reedaa19b0ef343b5" /><Relationship Type="http://schemas.openxmlformats.org/officeDocument/2006/relationships/tableStyles" Target="/ppt/tableStyles.xml" Id="R225aa4dcd9d542e1" /><Relationship Type="http://schemas.openxmlformats.org/officeDocument/2006/relationships/slide" Target="/ppt/slides/slide1.xml" Id="R9478d73c9f2349da" /><Relationship Type="http://schemas.openxmlformats.org/officeDocument/2006/relationships/slide" Target="/ppt/slides/slide2.xml" Id="R9660a74c9086485e" /><Relationship Type="http://schemas.openxmlformats.org/officeDocument/2006/relationships/slide" Target="/ppt/slides/slide3.xml" Id="R06c68ced74aa4f09" /><Relationship Type="http://schemas.openxmlformats.org/officeDocument/2006/relationships/slide" Target="/ppt/slides/slide4.xml" Id="R867ff3aa8ede462b" /><Relationship Type="http://schemas.openxmlformats.org/officeDocument/2006/relationships/slide" Target="/ppt/slides/slide5.xml" Id="R7a147e79011c49a6" /><Relationship Type="http://schemas.openxmlformats.org/officeDocument/2006/relationships/slide" Target="/ppt/slides/slide6.xml" Id="R795fd1a4d46d403a" /><Relationship Type="http://schemas.openxmlformats.org/officeDocument/2006/relationships/slide" Target="/ppt/slides/slide7.xml" Id="Rb15d399fcf3349a3" /><Relationship Type="http://schemas.openxmlformats.org/officeDocument/2006/relationships/slide" Target="/ppt/slides/slide8.xml" Id="R5fd476116c4749b0" /><Relationship Type="http://schemas.openxmlformats.org/officeDocument/2006/relationships/slide" Target="/ppt/slides/slide9.xml" Id="R6ed1428ed8e24327" /><Relationship Type="http://schemas.openxmlformats.org/officeDocument/2006/relationships/slide" Target="/ppt/slides/slide10.xml" Id="R60e8e87093084012" /><Relationship Type="http://schemas.openxmlformats.org/officeDocument/2006/relationships/slide" Target="/ppt/slides/slide11.xml" Id="R654d9591b9d84c52" /><Relationship Type="http://schemas.openxmlformats.org/officeDocument/2006/relationships/slide" Target="/ppt/slides/slide12.xml" Id="Rf1654db09e7e40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e275f4503540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79fa04c641c4406" /><Relationship Type="http://schemas.openxmlformats.org/officeDocument/2006/relationships/notesMaster" Target="/ppt/notesMasters/notesMaster1.xml" Id="R65927e7898ac47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dd23f55aa84771" /><Relationship Type="http://schemas.openxmlformats.org/officeDocument/2006/relationships/notesMaster" Target="/ppt/notesMasters/notesMaster1.xml" Id="R1a77b34c3d864fd2"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ec923ca0ff4281" /><Relationship Type="http://schemas.openxmlformats.org/officeDocument/2006/relationships/notesMaster" Target="/ppt/notesMasters/notesMaster1.xml" Id="R7f856f8f828946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205ce44e6048a4" /><Relationship Type="http://schemas.openxmlformats.org/officeDocument/2006/relationships/notesMaster" Target="/ppt/notesMasters/notesMaster1.xml" Id="R1bc496a4a72845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be23b600b164559" /><Relationship Type="http://schemas.openxmlformats.org/officeDocument/2006/relationships/notesMaster" Target="/ppt/notesMasters/notesMaster1.xml" Id="Rb9153e8d0c8141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a855aadbd241ce" /><Relationship Type="http://schemas.openxmlformats.org/officeDocument/2006/relationships/notesMaster" Target="/ppt/notesMasters/notesMaster1.xml" Id="R4ed93ba0f1b544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d96dbe1578fa4dcb" /><Relationship Type="http://schemas.openxmlformats.org/officeDocument/2006/relationships/notesMaster" Target="/ppt/notesMasters/notesMaster1.xml" Id="R9bc9eeb5d43441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08ff7ad1edb7494f" /><Relationship Type="http://schemas.openxmlformats.org/officeDocument/2006/relationships/notesMaster" Target="/ppt/notesMasters/notesMaster1.xml" Id="R432e36c6cb8a46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a03ebfb5ca416a" /><Relationship Type="http://schemas.openxmlformats.org/officeDocument/2006/relationships/notesMaster" Target="/ppt/notesMasters/notesMaster1.xml" Id="R3dc00749ddf44c5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101170bd164485e" /><Relationship Type="http://schemas.openxmlformats.org/officeDocument/2006/relationships/notesMaster" Target="/ppt/notesMasters/notesMaster1.xml" Id="R08d393665ce64ed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b52439a9a8448db" /><Relationship Type="http://schemas.openxmlformats.org/officeDocument/2006/relationships/notesMaster" Target="/ppt/notesMasters/notesMaster1.xml" Id="R587b3638283f48e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6903516ff804470" /><Relationship Type="http://schemas.openxmlformats.org/officeDocument/2006/relationships/notesMaster" Target="/ppt/notesMasters/notesMaster1.xml" Id="R5d0b7b9189c147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thiệu Group2. Hồ sơ chuẩn bị Review 1, chờ giảng viên xác nhận phạm vi. Nền bìa là minh hoạ trang trí do imagegen tạo, không phải bằng chứng kỹ thuật.</a:t>
            </a:r>
          </a:p>
          <a:p xmlns:a="http://schemas.openxmlformats.org/drawingml/2006/main">
            <a:r>
              <a:t>Nguồn: https://docs.google.com/document/d/1tYsp1Omfkrt7lsZ0VuTwTnsHArhhEbWn/edit</a:t>
            </a:r>
          </a:p>
          <a:p xmlns:a="http://schemas.openxmlformats.org/drawingml/2006/main">
            <a:r>
              <a:t>https://docs.google.com/document/d/178ulBVk9rQASXX3_5tPjoc1DTZG4iGUeREI69dD-xMw/edit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Ví dụ nhân viên không in được và tạo phiếu hỗ trợ. Đây là ảnh FE đã được nhóm công khai trong repo, không chạy hay kiểm thử hệ thống ở lần cập nhật này. Nêu rõ FE vẫn có dữ liệu mock.</a:t>
            </a:r>
          </a:p>
          <a:p xmlns:a="http://schemas.openxmlformats.org/drawingml/2006/main">
            <a:r>
              <a:t>Nguồn: https://github.com/Tam3332/P01-IT-Helpdesk/pull/2</a:t>
            </a:r>
          </a:p>
          <a:p xmlns:a="http://schemas.openxmlformats.org/drawingml/2006/main">
            <a:r>
              <a:t>https://github.com/Tam3332/P01-IT-Helpdesk/blob/main/evidence/employee%27s%20tickets.png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Trình bày HD01–14 là phần lõi. HD15 là Should. Vai trò không đồng nghĩa tất cả được xem hoặc sửa mọi ticket. Scope cuối cần GV xác nhận.</a:t>
            </a:r>
          </a:p>
          <a:p xmlns:a="http://schemas.openxmlformats.org/drawingml/2006/main">
            <a:r>
              <a:t>Nguồn: https://docs.google.com/document/d/1iGDgs5MjEbOUycZbdVMG-zL4vRov60f5/edit</a:t>
            </a:r>
          </a:p>
          <a:p xmlns:a="http://schemas.openxmlformats.org/drawingml/2006/main">
            <a:r>
              <a:t>https://docs.google.com/document/d/178ulBVk9rQASXX3_5tPjoc1DTZG4iGUeREI69dD-xMw/edit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Dựa trên UC-06/07/08. Giải pháp rỗng/khoảng trắng/&lt;20 là lỗi validation HTTP 400 theo BR-HD-01, ticket giữ In Progress. Hình screen flow Employee hiện có nhánh Closed→Reopen chưa đúng; đề nghị Chính sửa. Không dùng sơ đồ đó làm baseline đã chốt.</a:t>
            </a:r>
          </a:p>
          <a:p xmlns:a="http://schemas.openxmlformats.org/drawingml/2006/main">
            <a:r>
              <a:t>Nguồn: https://docs.google.com/document/d/1iGDgs5MjEbOUycZbdVMG-zL4vRov60f5/edit</a:t>
            </a:r>
          </a:p>
          <a:p xmlns:a="http://schemas.openxmlformats.org/drawingml/2006/main">
            <a:r>
              <a:t>https://docs.google.com/document/d/1Wj4q4_IUBI4LX74SAq-ScLbN66R9EYP68d5IKZJEBuY/edit</a:t>
            </a:r>
          </a:p>
          <a:p xmlns:a="http://schemas.openxmlformats.org/drawingml/2006/main">
            <a:r>
              <a:t>https://docs.google.com/document/d/178ulBVk9rQASXX3_5tPjoc1DTZG4iGUeREI69dD-xMw/edit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Chỉ E1, P0, P1 và ba kho D1/D2/D3. F7 là Backend ghi JSONL, F8 là Monitoring đọc. DFD v0.2 nguồn trong PR #3, main còn v0.1. Đây là mô hình logic chứ không phải ảnh cấu hình lab.</a:t>
            </a:r>
          </a:p>
          <a:p xmlns:a="http://schemas.openxmlformats.org/drawingml/2006/main">
            <a:r>
              <a:t>Nguồn: https://docs.google.com/document/d/178ulBVk9rQASXX3_5tPjoc1DTZG4iGUeREI69dD-xMw/edit</a:t>
            </a:r>
          </a:p>
          <a:p xmlns:a="http://schemas.openxmlformats.org/drawingml/2006/main">
            <a:r>
              <a:t>https://docs.google.com/document/d/1Wj4q4_IUBI4LX74SAq-ScLbN66R9EYP68d5IKZJEBuY/edit</a:t>
            </a:r>
          </a:p>
          <a:p xmlns:a="http://schemas.openxmlformats.org/drawingml/2006/main">
            <a:r>
              <a:t>https://github.com/Tam3332/P01-IT-Helpdesk/pull/3</a:t>
            </a:r>
          </a:p>
          <a:p xmlns:a="http://schemas.openxmlformats.org/drawingml/2006/main">
            <a:r>
              <a:t>https://drive.google.com/file/d/1a5VKwU11xcttNKSt6i4QC-H8TxglubnN/view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 trận dựa trên SecRS §5 và PR #4 đã gộp. Thứ tự mã lỗi là đề xuất đồng bộ v1.2 theo SDD §6.5, chưa thay xác nhận của owner. Validation dữ liệu giải pháp trả 400 riêng. Nhấn mạnh scope trước các thao tác trên ticket khi role đã được gọi API.</a:t>
            </a:r>
          </a:p>
          <a:p xmlns:a="http://schemas.openxmlformats.org/drawingml/2006/main">
            <a:r>
              <a:t>Nguồn: https://docs.google.com/document/d/178ulBVk9rQASXX3_5tPjoc1DTZG4iGUeREI69dD-xMw/edit</a:t>
            </a:r>
          </a:p>
          <a:p xmlns:a="http://schemas.openxmlformats.org/drawingml/2006/main">
            <a:r>
              <a:t>https://docs.google.com/document/d/1Wj4q4_IUBI4LX74SAq-ScLbN66R9EYP68d5IKZJEBuY/edit</a:t>
            </a:r>
          </a:p>
          <a:p xmlns:a="http://schemas.openxmlformats.org/drawingml/2006/main">
            <a:r>
              <a:t>https://github.com/Tam3332/P01-IT-Helpdesk/pull/4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đúng ảnh wireframe SCR-03 trong SDD. Không khẳng định ảnh là hệ thống tích hợp đã hoàn thành. §5 có nội dung mới nhưng các ảnh nguồn còn cần Chính chỉnh Email/Reopen; v1.2 đã ghi chú và chuẩn hóa mã NFR cho SCR.</a:t>
            </a:r>
          </a:p>
          <a:p xmlns:a="http://schemas.openxmlformats.org/drawingml/2006/main">
            <a:r>
              <a:t>Nguồn: https://docs.google.com/document/d/1Wj4q4_IUBI4LX74SAq-ScLbN66R9EYP68d5IKZJEBuY/edit</a:t>
            </a:r>
          </a:p>
          <a:p xmlns:a="http://schemas.openxmlformats.org/drawingml/2006/main">
            <a:r>
              <a:t>https://docs.google.com/document/d/1iGDgs5MjEbOUycZbdVMG-zL4vRov60f5/edit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TH liên kết SR, ca test và risk. IA-HD01/02 có thể nhiều dòng nhưng có 7 mã SR. Không diễn giải risk sơ bộ thành kết quả kiểm thử hoặc mức an toàn đã nghiệm thu.</a:t>
            </a:r>
          </a:p>
          <a:p xmlns:a="http://schemas.openxmlformats.org/drawingml/2006/main">
            <a:r>
              <a:t>Nguồn: https://docs.google.com/document/d/178ulBVk9rQASXX3_5tPjoc1DTZG4iGUeREI69dD-xMw/edit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tóm tắt báo cáo do nhóm cung cấp. Không tự chạy pentest/scanner hoặc kiểm thử ứng dụng trong lần cập nhật. PR #5 dẫn 4 log gốc chưa đính kèm. Không chuyển toàn bộ EV-HD-28 thành PASS; EV-HD-23 vẫn NOT RUN.</a:t>
            </a:r>
          </a:p>
          <a:p xmlns:a="http://schemas.openxmlformats.org/drawingml/2006/main">
            <a:r>
              <a:t>Nguồn: https://docs.google.com/document/d/178ulBVk9rQASXX3_5tPjoc1DTZG4iGUeREI69dD-xMw/edit</a:t>
            </a:r>
          </a:p>
          <a:p xmlns:a="http://schemas.openxmlformats.org/drawingml/2006/main">
            <a:r>
              <a:t>https://github.com/Tam3332/P01-IT-Helpdesk/pull/5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 #6 đang mở. Cấu hình có 4 dịch vụ dự kiến, nhưng báo cáo chạy thử mới FE/PostgreSQL và Backend source chưa có. Tree nhánh chưa có gateway nginx config/script cert như DEPLOY_NOTES dẫn. Không khẳng định toàn hệ thống đã chạy HTTPS. Lab PR #5 có các container Nginx kiểm tra riêng, không gộp thành cùng bằng chứng.</a:t>
            </a:r>
          </a:p>
          <a:p xmlns:a="http://schemas.openxmlformats.org/drawingml/2006/main">
            <a:r>
              <a:t>Nguồn: https://docs.google.com/document/d/1Wj4q4_IUBI4LX74SAq-ScLbN66R9EYP68d5IKZJEBuY/edit</a:t>
            </a:r>
          </a:p>
          <a:p xmlns:a="http://schemas.openxmlformats.org/drawingml/2006/main">
            <a:r>
              <a:t>https://github.com/Tam3332/P01-IT-Helpdesk/pull/5</a:t>
            </a:r>
          </a:p>
          <a:p xmlns:a="http://schemas.openxmlformats.org/drawingml/2006/main">
            <a:r>
              <a:t>https://github.com/Tam3332/P01-IT-Helpdesk/pull/6</a:t>
            </a:r>
          </a:p>
          <a:p xmlns:a="http://schemas.openxmlformats.org/drawingml/2006/main">
            <a:r>
              <a:t>https://github.com/Tam3332/P01-IT-Helpdesk/blob/feature/docker-compose/docker-compose.yml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Tiến độ theo nguồn đã rà ngày 30/10/2026. Không lấy To do trên Sheet để kết luận chưa làm khi tài liệu/PR đã có. File 08 v1.2 cập nhật các bằng chứng và phần còn thiếu theo owner.</a:t>
            </a:r>
          </a:p>
          <a:p xmlns:a="http://schemas.openxmlformats.org/drawingml/2006/main">
            <a:r>
              <a:t>Nguồn: https://docs.google.com/document/d/1tYsp1Omfkrt7lsZ0VuTwTnsHArhhEbWn/edit</a:t>
            </a:r>
          </a:p>
          <a:p xmlns:a="http://schemas.openxmlformats.org/drawingml/2006/main">
            <a:r>
              <a:t>https://github.com/Tam3332/P01-IT-Helpdesk/pull/2</a:t>
            </a:r>
          </a:p>
          <a:p xmlns:a="http://schemas.openxmlformats.org/drawingml/2006/main">
            <a:r>
              <a:t>https://github.com/Tam3332/P01-IT-Helpdesk/pull/3</a:t>
            </a:r>
          </a:p>
          <a:p xmlns:a="http://schemas.openxmlformats.org/drawingml/2006/main">
            <a:r>
              <a:t>https://github.com/Tam3332/P01-IT-Helpdesk/pull/4</a:t>
            </a:r>
          </a:p>
          <a:p xmlns:a="http://schemas.openxmlformats.org/drawingml/2006/main">
            <a:r>
              <a:t>https://github.com/Tam3332/P01-IT-Helpdesk/pull/5</a:t>
            </a:r>
          </a:p>
          <a:p xmlns:a="http://schemas.openxmlformats.org/drawingml/2006/main">
            <a:r>
              <a:t>https://github.com/Tam3332/P01-IT-Helpdesk/pull/6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ghi thay góp ý, chữ ký hoặc scope acceptance của GV. Đây là slide xin quyết định, không phải biên bản đã được duyệt. Bộ 12 slide là phiên bản mở rộng theo yêu cầu của Khiêm; thời lượng thực tế theo GV.</a:t>
            </a:r>
          </a:p>
          <a:p xmlns:a="http://schemas.openxmlformats.org/drawingml/2006/main">
            <a:r>
              <a:t>Nguồn: https://docs.google.com/document/d/1tYsp1Omfkrt7lsZ0VuTwTnsHArhhEbWn/edit</a:t>
            </a:r>
          </a:p>
          <a:p xmlns:a="http://schemas.openxmlformats.org/drawingml/2006/main">
            <a:r>
              <a:t>https://docs.google.com/document/d/178ulBVk9rQASXX3_5tPjoc1DTZG4iGUeREI69dD-xMw/edit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8b02cbc74f45f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23210db1c444f6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e851eb754464af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34b27eae3834c7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a90a7a0c0f94c9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7ef81e4e6ae4f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74BDB0-6239-465F-B099-81CED4BB968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41161D0-DC7B-4D40-A2A7-E0676DFC3C4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52BD51E-3E70-4E9A-B735-77B523E6B6F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6899A8-63EC-4B88-96FC-2C8361489E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F1FBFE7-1E24-4404-8093-E48488030DC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2830FA0-F687-4692-AA38-6701CDE4B4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A7FC9B-8460-43D9-95E2-635B28F5448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73303C-39C6-495A-B362-C552616EDD5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3E064-D087-434F-9352-A2A8AA6759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7F56D56-9300-457F-AC57-DDFCC06188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f63d2cb91f4626" /><Relationship Type="http://schemas.openxmlformats.org/officeDocument/2006/relationships/slideLayout" Target="/ppt/slideLayouts/slideLayout1.xml" Id="R51aa5f05af634801" /><Relationship Type="http://schemas.openxmlformats.org/officeDocument/2006/relationships/slideLayout" Target="/ppt/slideLayouts/slideLayout2.xml" Id="R7599eaa2ebac48ce" /><Relationship Type="http://schemas.openxmlformats.org/officeDocument/2006/relationships/slideLayout" Target="/ppt/slideLayouts/slideLayout3.xml" Id="R0a3c6c5a838a4ab0" /><Relationship Type="http://schemas.openxmlformats.org/officeDocument/2006/relationships/slideLayout" Target="/ppt/slideLayouts/slideLayout4.xml" Id="R550e532539764f25" /><Relationship Type="http://schemas.openxmlformats.org/officeDocument/2006/relationships/slideLayout" Target="/ppt/slideLayouts/slideLayout5.xml" Id="Rdcae2853dd7048e9" /><Relationship Type="http://schemas.openxmlformats.org/officeDocument/2006/relationships/slideLayout" Target="/ppt/slideLayouts/slideLayout6.xml" Id="R28880140fe3543d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aa5f05af634801"/>
    <p:sldLayoutId xmlns:r="http://schemas.openxmlformats.org/officeDocument/2006/relationships" id="2147483650" r:id="R7599eaa2ebac48ce"/>
    <p:sldLayoutId xmlns:r="http://schemas.openxmlformats.org/officeDocument/2006/relationships" id="2147483651" r:id="R0a3c6c5a838a4ab0"/>
    <p:sldLayoutId xmlns:r="http://schemas.openxmlformats.org/officeDocument/2006/relationships" id="2147483652" r:id="R550e532539764f25"/>
    <p:sldLayoutId xmlns:r="http://schemas.openxmlformats.org/officeDocument/2006/relationships" id="2147483653" r:id="Rdcae2853dd7048e9"/>
    <p:sldLayoutId xmlns:r="http://schemas.openxmlformats.org/officeDocument/2006/relationships" id="2147483654" r:id="R28880140fe3543d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d5062a9e5c845f8" /><Relationship Type="http://schemas.openxmlformats.org/officeDocument/2006/relationships/image" Target="/ppt/media/image.png" Id="Rbf655c6540bf4162" /><Relationship Type="http://schemas.openxmlformats.org/officeDocument/2006/relationships/notesSlide" Target="/ppt/notesSlides/notesSlide1.xml" Id="R5aefe4863bdd4b5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f27ca65995b45cf" /><Relationship Type="http://schemas.openxmlformats.org/officeDocument/2006/relationships/image" Target="/ppt/media/image2.png" Id="R004bd36ccc53493b" /><Relationship Type="http://schemas.openxmlformats.org/officeDocument/2006/relationships/notesSlide" Target="/ppt/notesSlides/notesSlide2.xml" Id="Rf2eb13fb953744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4a754560d1644df" /><Relationship Type="http://schemas.openxmlformats.org/officeDocument/2006/relationships/notesSlide" Target="/ppt/notesSlides/notesSlide3.xml" Id="Rd92641d373ab49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e1b96746c6a4dad" /><Relationship Type="http://schemas.openxmlformats.org/officeDocument/2006/relationships/notesSlide" Target="/ppt/notesSlides/notesSlide4.xml" Id="R3df233c61f7e45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d54e42aad7a4eb9" /><Relationship Type="http://schemas.openxmlformats.org/officeDocument/2006/relationships/image" Target="/ppt/media/image3.png" Id="Ref8a96ffbf444a4b" /><Relationship Type="http://schemas.openxmlformats.org/officeDocument/2006/relationships/notesSlide" Target="/ppt/notesSlides/notesSlide5.xml" Id="R8d197be9fefa45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35ae787cb1a4066" /><Relationship Type="http://schemas.openxmlformats.org/officeDocument/2006/relationships/notesSlide" Target="/ppt/notesSlides/notesSlide6.xml" Id="R9c7a5df42fae47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3ff12edeccd4a86" /><Relationship Type="http://schemas.openxmlformats.org/officeDocument/2006/relationships/image" Target="/ppt/media/image4.png" Id="R799d25bdd7394ca3" /><Relationship Type="http://schemas.openxmlformats.org/officeDocument/2006/relationships/notesSlide" Target="/ppt/notesSlides/notesSlide7.xml" Id="Refac44d771a74c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fd85f7022484b91" /><Relationship Type="http://schemas.openxmlformats.org/officeDocument/2006/relationships/notesSlide" Target="/ppt/notesSlides/notesSlide8.xml" Id="R86ad7df5545c41a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682491344bf4d35" /><Relationship Type="http://schemas.openxmlformats.org/officeDocument/2006/relationships/notesSlide" Target="/ppt/notesSlides/notesSlide9.xml" Id="R8589df783e21406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6d29852c8e94643" /><Relationship Type="http://schemas.openxmlformats.org/officeDocument/2006/relationships/notesSlide" Target="/ppt/notesSlides/notesSlide10.xml" Id="Red1fe321ae364e2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3d777636e3c4426" /><Relationship Type="http://schemas.openxmlformats.org/officeDocument/2006/relationships/notesSlide" Target="/ppt/notesSlides/notesSlide11.xml" Id="R66be02812f2c4ae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d911a8792c7425a" /><Relationship Type="http://schemas.openxmlformats.org/officeDocument/2006/relationships/notesSlide" Target="/ppt/notesSlides/notesSlide12.xml" Id="Rebb5d558f4e64e70" /></Relationships>
</file>

<file path=ppt/slides/slide1.xml><?xml version="1.0" encoding="utf-8"?>
<p:sld xmlns:p="http://schemas.openxmlformats.org/presentationml/2006/main">
  <p:cSld>
    <p:bg>
      <p:bgPr>
        <a:solidFill xmlns:a="http://schemas.openxmlformats.org/drawingml/2006/main">
          <a:srgbClr val="0C2038"/>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A7E1FC2-B9B6-44EB-B1A6-167540623C6A}"/>
              </a:ext>
            </a:extLst>
          </p:cNvPr>
          <p:cNvSpPr>
            <a:spLocks xmlns:a="http://schemas.openxmlformats.org/drawingml/2006/main" noGrp="1"/>
          </p:cNvSpPr>
          <p:nvPr/>
        </p:nvSpPr>
        <p:spPr>
          <a:xfrm xmlns:a="http://schemas.openxmlformats.org/drawingml/2006/main">
            <a:off x="13696950" y="812482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9DB4CA"/>
                </a:solidFill>
                <a:latin typeface="Arial"/>
                <a:ea typeface="Arial"/>
                <a:cs typeface="Arial"/>
              </a:defRPr>
            </a:defPPr>
            <a:lvl1pPr>
              <a:defRPr sz="1425" b="0">
                <a:solidFill>
                  <a:srgbClr val="9DB4CA"/>
                </a:solidFill>
                <a:latin typeface="Arial"/>
                <a:ea typeface="Arial"/>
                <a:cs typeface="Arial"/>
              </a:defRPr>
            </a:lvl1pPr>
            <a:lvl2pPr>
              <a:defRPr sz="1425" b="0">
                <a:solidFill>
                  <a:srgbClr val="9DB4CA"/>
                </a:solidFill>
                <a:latin typeface="Arial"/>
                <a:ea typeface="Arial"/>
                <a:cs typeface="Arial"/>
              </a:defRPr>
            </a:lvl2pPr>
            <a:lvl3pPr>
              <a:defRPr sz="1425" b="0">
                <a:solidFill>
                  <a:srgbClr val="9DB4CA"/>
                </a:solidFill>
                <a:latin typeface="Arial"/>
                <a:ea typeface="Arial"/>
                <a:cs typeface="Arial"/>
              </a:defRPr>
            </a:lvl3pPr>
            <a:lvl4pPr>
              <a:defRPr sz="1425" b="0">
                <a:solidFill>
                  <a:srgbClr val="9DB4CA"/>
                </a:solidFill>
                <a:latin typeface="Arial"/>
                <a:ea typeface="Arial"/>
                <a:cs typeface="Arial"/>
              </a:defRPr>
            </a:lvl4pPr>
            <a:lvl5pPr>
              <a:defRPr sz="1425" b="0">
                <a:solidFill>
                  <a:srgbClr val="9DB4CA"/>
                </a:solidFill>
                <a:latin typeface="Arial"/>
                <a:ea typeface="Arial"/>
                <a:cs typeface="Arial"/>
              </a:defRPr>
            </a:lvl5pPr>
            <a:lvl6pPr>
              <a:defRPr sz="1425" b="0">
                <a:solidFill>
                  <a:srgbClr val="9DB4CA"/>
                </a:solidFill>
                <a:latin typeface="Arial"/>
                <a:ea typeface="Arial"/>
                <a:cs typeface="Arial"/>
              </a:defRPr>
            </a:lvl6pPr>
            <a:lvl7pPr>
              <a:defRPr sz="1425" b="0">
                <a:solidFill>
                  <a:srgbClr val="9DB4CA"/>
                </a:solidFill>
                <a:latin typeface="Arial"/>
                <a:ea typeface="Arial"/>
                <a:cs typeface="Arial"/>
              </a:defRPr>
            </a:lvl7pPr>
            <a:lvl8pPr>
              <a:defRPr sz="1425" b="0">
                <a:solidFill>
                  <a:srgbClr val="9DB4CA"/>
                </a:solidFill>
                <a:latin typeface="Arial"/>
                <a:ea typeface="Arial"/>
                <a:cs typeface="Arial"/>
              </a:defRPr>
            </a:lvl8pPr>
            <a:lvl9pPr>
              <a:defRPr sz="1425" b="0">
                <a:solidFill>
                  <a:srgbClr val="9DB4CA"/>
                </a:solidFill>
                <a:latin typeface="Arial"/>
                <a:ea typeface="Arial"/>
                <a:cs typeface="Arial"/>
              </a:defRPr>
            </a:lvl9pPr>
          </a:lstStyle>
          <a:p xmlns:a="http://schemas.openxmlformats.org/drawingml/2006/main">
            <a:pPr>
              <a:defRPr sz="1425" b="0">
                <a:solidFill>
                  <a:srgbClr val="9DB4CA"/>
                </a:solidFill>
                <a:latin typeface="Arial"/>
                <a:ea typeface="Arial"/>
                <a:cs typeface="Arial"/>
              </a:defRPr>
            </a:pPr>
            <a:r>
              <a:rPr sz="1425" b="0">
                <a:solidFill>
                  <a:srgbClr val="9DB4CA"/>
                </a:solidFill>
                <a:latin typeface="Arial"/>
                <a:ea typeface="Arial"/>
                <a:cs typeface="Arial"/>
              </a:rPr>
              <a:t>01 / 12</a:t>
            </a:r>
          </a:p>
        </p:txBody>
      </p:sp>
      <p:pic>
        <p:nvPicPr>
          <p:cNvPr id="3" name="">
            <a:extLst xmlns:a="http://schemas.openxmlformats.org/drawingml/2006/main">
              <a:ext uri="{FF2B5EF4-FFF2-40B4-BE49-F238E27FC236}">
                <a16:creationId xmlns:a16="http://schemas.microsoft.com/office/drawing/2014/main" id="{0900E74E-52A6-4E67-B6D0-9F359213B3B4}"/>
              </a:ext>
            </a:extLst>
          </p:cNvPr>
          <p:cNvPicPr>
            <a:picLocks xmlns:a="http://schemas.openxmlformats.org/drawingml/2006/main" noChangeAspect="1"/>
          </p:cNvPicPr>
          <p:nvPr/>
        </p:nvPicPr>
        <p:blipFill>
          <a:blip xmlns:r="http://schemas.openxmlformats.org/officeDocument/2006/relationships" xmlns:a="http://schemas.openxmlformats.org/drawingml/2006/main" r:embed="Rbf655c6540bf4162"/>
          <a:srcRect xmlns:a="http://schemas.openxmlformats.org/drawingml/2006/main" l="0" t="27" r="0" b="27"/>
          <a:stretch xmlns:a="http://schemas.openxmlformats.org/drawingml/2006/main">
            <a:fillRect l="0" t="0" r="0" b="0"/>
          </a:stretch>
        </p:blipFill>
        <p:spPr>
          <a:xfrm xmlns:a="http://schemas.openxmlformats.org/drawingml/2006/main">
            <a:off x="0" y="0"/>
            <a:ext cx="15240000" cy="857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91467A6-DDE8-48D1-B827-5D41A664E7AF}"/>
              </a:ext>
            </a:extLst>
          </p:cNvPr>
          <p:cNvSpPr>
            <a:spLocks xmlns:a="http://schemas.openxmlformats.org/drawingml/2006/main" noGrp="1"/>
          </p:cNvSpPr>
          <p:nvPr/>
        </p:nvSpPr>
        <p:spPr>
          <a:xfrm xmlns:a="http://schemas.openxmlformats.org/drawingml/2006/main">
            <a:off x="781050" y="857250"/>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6AD6E2"/>
                </a:solidFill>
                <a:latin typeface="Arial"/>
                <a:ea typeface="Arial"/>
                <a:cs typeface="Arial"/>
              </a:defRPr>
            </a:defPPr>
            <a:lvl1pPr>
              <a:defRPr sz="2175" b="1">
                <a:solidFill>
                  <a:srgbClr val="6AD6E2"/>
                </a:solidFill>
                <a:latin typeface="Arial"/>
                <a:ea typeface="Arial"/>
                <a:cs typeface="Arial"/>
              </a:defRPr>
            </a:lvl1pPr>
            <a:lvl2pPr>
              <a:defRPr sz="2175" b="1">
                <a:solidFill>
                  <a:srgbClr val="6AD6E2"/>
                </a:solidFill>
                <a:latin typeface="Arial"/>
                <a:ea typeface="Arial"/>
                <a:cs typeface="Arial"/>
              </a:defRPr>
            </a:lvl2pPr>
            <a:lvl3pPr>
              <a:defRPr sz="2175" b="1">
                <a:solidFill>
                  <a:srgbClr val="6AD6E2"/>
                </a:solidFill>
                <a:latin typeface="Arial"/>
                <a:ea typeface="Arial"/>
                <a:cs typeface="Arial"/>
              </a:defRPr>
            </a:lvl3pPr>
            <a:lvl4pPr>
              <a:defRPr sz="2175" b="1">
                <a:solidFill>
                  <a:srgbClr val="6AD6E2"/>
                </a:solidFill>
                <a:latin typeface="Arial"/>
                <a:ea typeface="Arial"/>
                <a:cs typeface="Arial"/>
              </a:defRPr>
            </a:lvl4pPr>
            <a:lvl5pPr>
              <a:defRPr sz="2175" b="1">
                <a:solidFill>
                  <a:srgbClr val="6AD6E2"/>
                </a:solidFill>
                <a:latin typeface="Arial"/>
                <a:ea typeface="Arial"/>
                <a:cs typeface="Arial"/>
              </a:defRPr>
            </a:lvl5pPr>
            <a:lvl6pPr>
              <a:defRPr sz="2175" b="1">
                <a:solidFill>
                  <a:srgbClr val="6AD6E2"/>
                </a:solidFill>
                <a:latin typeface="Arial"/>
                <a:ea typeface="Arial"/>
                <a:cs typeface="Arial"/>
              </a:defRPr>
            </a:lvl6pPr>
            <a:lvl7pPr>
              <a:defRPr sz="2175" b="1">
                <a:solidFill>
                  <a:srgbClr val="6AD6E2"/>
                </a:solidFill>
                <a:latin typeface="Arial"/>
                <a:ea typeface="Arial"/>
                <a:cs typeface="Arial"/>
              </a:defRPr>
            </a:lvl7pPr>
            <a:lvl8pPr>
              <a:defRPr sz="2175" b="1">
                <a:solidFill>
                  <a:srgbClr val="6AD6E2"/>
                </a:solidFill>
                <a:latin typeface="Arial"/>
                <a:ea typeface="Arial"/>
                <a:cs typeface="Arial"/>
              </a:defRPr>
            </a:lvl8pPr>
            <a:lvl9pPr>
              <a:defRPr sz="2175" b="1">
                <a:solidFill>
                  <a:srgbClr val="6AD6E2"/>
                </a:solidFill>
                <a:latin typeface="Arial"/>
                <a:ea typeface="Arial"/>
                <a:cs typeface="Arial"/>
              </a:defRPr>
            </a:lvl9pPr>
          </a:lstStyle>
          <a:p xmlns:a="http://schemas.openxmlformats.org/drawingml/2006/main">
            <a:pPr>
              <a:defRPr sz="2175" b="1">
                <a:solidFill>
                  <a:srgbClr val="6AD6E2"/>
                </a:solidFill>
                <a:latin typeface="Arial"/>
                <a:ea typeface="Arial"/>
                <a:cs typeface="Arial"/>
              </a:defRPr>
            </a:pPr>
            <a:r>
              <a:rPr sz="2175" b="1">
                <a:solidFill>
                  <a:srgbClr val="6AD6E2"/>
                </a:solidFill>
                <a:latin typeface="Arial"/>
                <a:ea typeface="Arial"/>
                <a:cs typeface="Arial"/>
              </a:rPr>
              <a:t>GROUP2   /   REVIEW 1</a:t>
            </a:r>
          </a:p>
        </p:txBody>
      </p:sp>
      <p:sp>
        <p:nvSpPr>
          <p:cNvPr id="5" name="">
            <a:extLst xmlns:a="http://schemas.openxmlformats.org/drawingml/2006/main">
              <a:ext uri="{FF2B5EF4-FFF2-40B4-BE49-F238E27FC236}">
                <a16:creationId xmlns:a16="http://schemas.microsoft.com/office/drawing/2014/main" id="{9628ED42-64F4-4228-B042-70B52A74D7C6}"/>
              </a:ext>
            </a:extLst>
          </p:cNvPr>
          <p:cNvSpPr>
            <a:spLocks xmlns:a="http://schemas.openxmlformats.org/drawingml/2006/main" noGrp="1"/>
          </p:cNvSpPr>
          <p:nvPr/>
        </p:nvSpPr>
        <p:spPr>
          <a:xfrm xmlns:a="http://schemas.openxmlformats.org/drawingml/2006/main">
            <a:off x="742950" y="2238375"/>
            <a:ext cx="10001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7050" b="1">
                <a:solidFill>
                  <a:srgbClr val="FFFFFF"/>
                </a:solidFill>
                <a:latin typeface="Arial"/>
                <a:ea typeface="Arial"/>
                <a:cs typeface="Arial"/>
              </a:defRPr>
            </a:defPPr>
            <a:lvl1pPr>
              <a:defRPr sz="7050" b="1">
                <a:solidFill>
                  <a:srgbClr val="FFFFFF"/>
                </a:solidFill>
                <a:latin typeface="Arial"/>
                <a:ea typeface="Arial"/>
                <a:cs typeface="Arial"/>
              </a:defRPr>
            </a:lvl1pPr>
            <a:lvl2pPr>
              <a:defRPr sz="7050" b="1">
                <a:solidFill>
                  <a:srgbClr val="FFFFFF"/>
                </a:solidFill>
                <a:latin typeface="Arial"/>
                <a:ea typeface="Arial"/>
                <a:cs typeface="Arial"/>
              </a:defRPr>
            </a:lvl2pPr>
            <a:lvl3pPr>
              <a:defRPr sz="7050" b="1">
                <a:solidFill>
                  <a:srgbClr val="FFFFFF"/>
                </a:solidFill>
                <a:latin typeface="Arial"/>
                <a:ea typeface="Arial"/>
                <a:cs typeface="Arial"/>
              </a:defRPr>
            </a:lvl3pPr>
            <a:lvl4pPr>
              <a:defRPr sz="7050" b="1">
                <a:solidFill>
                  <a:srgbClr val="FFFFFF"/>
                </a:solidFill>
                <a:latin typeface="Arial"/>
                <a:ea typeface="Arial"/>
                <a:cs typeface="Arial"/>
              </a:defRPr>
            </a:lvl4pPr>
            <a:lvl5pPr>
              <a:defRPr sz="7050" b="1">
                <a:solidFill>
                  <a:srgbClr val="FFFFFF"/>
                </a:solidFill>
                <a:latin typeface="Arial"/>
                <a:ea typeface="Arial"/>
                <a:cs typeface="Arial"/>
              </a:defRPr>
            </a:lvl5pPr>
            <a:lvl6pPr>
              <a:defRPr sz="7050" b="1">
                <a:solidFill>
                  <a:srgbClr val="FFFFFF"/>
                </a:solidFill>
                <a:latin typeface="Arial"/>
                <a:ea typeface="Arial"/>
                <a:cs typeface="Arial"/>
              </a:defRPr>
            </a:lvl6pPr>
            <a:lvl7pPr>
              <a:defRPr sz="7050" b="1">
                <a:solidFill>
                  <a:srgbClr val="FFFFFF"/>
                </a:solidFill>
                <a:latin typeface="Arial"/>
                <a:ea typeface="Arial"/>
                <a:cs typeface="Arial"/>
              </a:defRPr>
            </a:lvl7pPr>
            <a:lvl8pPr>
              <a:defRPr sz="7050" b="1">
                <a:solidFill>
                  <a:srgbClr val="FFFFFF"/>
                </a:solidFill>
                <a:latin typeface="Arial"/>
                <a:ea typeface="Arial"/>
                <a:cs typeface="Arial"/>
              </a:defRPr>
            </a:lvl8pPr>
            <a:lvl9pPr>
              <a:defRPr sz="7050" b="1">
                <a:solidFill>
                  <a:srgbClr val="FFFFFF"/>
                </a:solidFill>
                <a:latin typeface="Arial"/>
                <a:ea typeface="Arial"/>
                <a:cs typeface="Arial"/>
              </a:defRPr>
            </a:lvl9pPr>
          </a:lstStyle>
          <a:p xmlns:a="http://schemas.openxmlformats.org/drawingml/2006/main">
            <a:pPr>
              <a:defRPr sz="7050" b="1">
                <a:solidFill>
                  <a:srgbClr val="FFFFFF"/>
                </a:solidFill>
                <a:latin typeface="Arial"/>
                <a:ea typeface="Arial"/>
                <a:cs typeface="Arial"/>
              </a:defRPr>
            </a:pPr>
            <a:r>
              <a:rPr sz="7050" b="1">
                <a:solidFill>
                  <a:srgbClr val="FFFFFF"/>
                </a:solidFill>
                <a:latin typeface="Arial"/>
                <a:ea typeface="Arial"/>
                <a:cs typeface="Arial"/>
              </a:rPr>
              <a:t>P01</a:t>
            </a:r>
          </a:p>
          <a:p xmlns:a="http://schemas.openxmlformats.org/drawingml/2006/main">
            <a:pPr>
              <a:defRPr sz="7050" b="1">
                <a:solidFill>
                  <a:srgbClr val="FFFFFF"/>
                </a:solidFill>
                <a:latin typeface="Arial"/>
                <a:ea typeface="Arial"/>
                <a:cs typeface="Arial"/>
              </a:defRPr>
            </a:pPr>
            <a:r>
              <a:rPr sz="7050" b="1">
                <a:solidFill>
                  <a:srgbClr val="FFFFFF"/>
                </a:solidFill>
                <a:latin typeface="Arial"/>
                <a:ea typeface="Arial"/>
                <a:cs typeface="Arial"/>
              </a:rPr>
              <a:t>IT HELPDESK</a:t>
            </a:r>
          </a:p>
        </p:txBody>
      </p:sp>
      <p:sp>
        <p:nvSpPr>
          <p:cNvPr id="6" name="">
            <a:extLst xmlns:a="http://schemas.openxmlformats.org/drawingml/2006/main">
              <a:ext uri="{FF2B5EF4-FFF2-40B4-BE49-F238E27FC236}">
                <a16:creationId xmlns:a16="http://schemas.microsoft.com/office/drawing/2014/main" id="{2E60B8D4-D3C5-441A-96E2-A13803030E4A}"/>
              </a:ext>
            </a:extLst>
          </p:cNvPr>
          <p:cNvSpPr>
            <a:spLocks xmlns:a="http://schemas.openxmlformats.org/drawingml/2006/main" noGrp="1"/>
          </p:cNvSpPr>
          <p:nvPr/>
        </p:nvSpPr>
        <p:spPr>
          <a:xfrm xmlns:a="http://schemas.openxmlformats.org/drawingml/2006/main">
            <a:off x="781050" y="4953000"/>
            <a:ext cx="857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D8E8F5"/>
                </a:solidFill>
                <a:latin typeface="Arial"/>
                <a:ea typeface="Arial"/>
                <a:cs typeface="Arial"/>
              </a:defRPr>
            </a:defPPr>
            <a:lvl1pPr>
              <a:defRPr sz="3225" b="0">
                <a:solidFill>
                  <a:srgbClr val="D8E8F5"/>
                </a:solidFill>
                <a:latin typeface="Arial"/>
                <a:ea typeface="Arial"/>
                <a:cs typeface="Arial"/>
              </a:defRPr>
            </a:lvl1pPr>
            <a:lvl2pPr>
              <a:defRPr sz="3225" b="0">
                <a:solidFill>
                  <a:srgbClr val="D8E8F5"/>
                </a:solidFill>
                <a:latin typeface="Arial"/>
                <a:ea typeface="Arial"/>
                <a:cs typeface="Arial"/>
              </a:defRPr>
            </a:lvl2pPr>
            <a:lvl3pPr>
              <a:defRPr sz="3225" b="0">
                <a:solidFill>
                  <a:srgbClr val="D8E8F5"/>
                </a:solidFill>
                <a:latin typeface="Arial"/>
                <a:ea typeface="Arial"/>
                <a:cs typeface="Arial"/>
              </a:defRPr>
            </a:lvl3pPr>
            <a:lvl4pPr>
              <a:defRPr sz="3225" b="0">
                <a:solidFill>
                  <a:srgbClr val="D8E8F5"/>
                </a:solidFill>
                <a:latin typeface="Arial"/>
                <a:ea typeface="Arial"/>
                <a:cs typeface="Arial"/>
              </a:defRPr>
            </a:lvl4pPr>
            <a:lvl5pPr>
              <a:defRPr sz="3225" b="0">
                <a:solidFill>
                  <a:srgbClr val="D8E8F5"/>
                </a:solidFill>
                <a:latin typeface="Arial"/>
                <a:ea typeface="Arial"/>
                <a:cs typeface="Arial"/>
              </a:defRPr>
            </a:lvl5pPr>
            <a:lvl6pPr>
              <a:defRPr sz="3225" b="0">
                <a:solidFill>
                  <a:srgbClr val="D8E8F5"/>
                </a:solidFill>
                <a:latin typeface="Arial"/>
                <a:ea typeface="Arial"/>
                <a:cs typeface="Arial"/>
              </a:defRPr>
            </a:lvl6pPr>
            <a:lvl7pPr>
              <a:defRPr sz="3225" b="0">
                <a:solidFill>
                  <a:srgbClr val="D8E8F5"/>
                </a:solidFill>
                <a:latin typeface="Arial"/>
                <a:ea typeface="Arial"/>
                <a:cs typeface="Arial"/>
              </a:defRPr>
            </a:lvl7pPr>
            <a:lvl8pPr>
              <a:defRPr sz="3225" b="0">
                <a:solidFill>
                  <a:srgbClr val="D8E8F5"/>
                </a:solidFill>
                <a:latin typeface="Arial"/>
                <a:ea typeface="Arial"/>
                <a:cs typeface="Arial"/>
              </a:defRPr>
            </a:lvl8pPr>
            <a:lvl9pPr>
              <a:defRPr sz="3225" b="0">
                <a:solidFill>
                  <a:srgbClr val="D8E8F5"/>
                </a:solidFill>
                <a:latin typeface="Arial"/>
                <a:ea typeface="Arial"/>
                <a:cs typeface="Arial"/>
              </a:defRPr>
            </a:lvl9pPr>
          </a:lstStyle>
          <a:p xmlns:a="http://schemas.openxmlformats.org/drawingml/2006/main">
            <a:pPr>
              <a:defRPr sz="3225" b="0">
                <a:solidFill>
                  <a:srgbClr val="D8E8F5"/>
                </a:solidFill>
                <a:latin typeface="Arial"/>
                <a:ea typeface="Arial"/>
                <a:cs typeface="Arial"/>
              </a:defRPr>
            </a:pPr>
            <a:r>
              <a:rPr sz="3225" b="0">
                <a:solidFill>
                  <a:srgbClr val="D8E8F5"/>
                </a:solidFill>
                <a:latin typeface="Arial"/>
                <a:ea typeface="Arial"/>
                <a:cs typeface="Arial"/>
              </a:rPr>
              <a:t>Kiểm soát truy cập</a:t>
            </a:r>
          </a:p>
          <a:p xmlns:a="http://schemas.openxmlformats.org/drawingml/2006/main">
            <a:pPr>
              <a:defRPr sz="3225" b="0">
                <a:solidFill>
                  <a:srgbClr val="D8E8F5"/>
                </a:solidFill>
                <a:latin typeface="Arial"/>
                <a:ea typeface="Arial"/>
                <a:cs typeface="Arial"/>
              </a:defRPr>
            </a:pPr>
            <a:r>
              <a:rPr sz="3225" b="0">
                <a:solidFill>
                  <a:srgbClr val="D8E8F5"/>
                </a:solidFill>
                <a:latin typeface="Arial"/>
                <a:ea typeface="Arial"/>
                <a:cs typeface="Arial"/>
              </a:rPr>
              <a:t>và giám sát bảo mật</a:t>
            </a:r>
          </a:p>
        </p:txBody>
      </p:sp>
      <p:sp>
        <p:nvSpPr>
          <p:cNvPr id="7" name="">
            <a:extLst xmlns:a="http://schemas.openxmlformats.org/drawingml/2006/main">
              <a:ext uri="{FF2B5EF4-FFF2-40B4-BE49-F238E27FC236}">
                <a16:creationId xmlns:a16="http://schemas.microsoft.com/office/drawing/2014/main" id="{ECAB5383-2AF0-4C6F-A8E3-E2D20783AF92}"/>
              </a:ext>
            </a:extLst>
          </p:cNvPr>
          <p:cNvSpPr>
            <a:spLocks xmlns:a="http://schemas.openxmlformats.org/drawingml/2006/main" noGrp="1"/>
          </p:cNvSpPr>
          <p:nvPr/>
        </p:nvSpPr>
        <p:spPr>
          <a:xfrm xmlns:a="http://schemas.openxmlformats.org/drawingml/2006/main">
            <a:off x="800100" y="70866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AFC4D9"/>
                </a:solidFill>
                <a:latin typeface="Arial"/>
                <a:ea typeface="Arial"/>
                <a:cs typeface="Arial"/>
              </a:defRPr>
            </a:defPPr>
            <a:lvl1pPr>
              <a:defRPr sz="2100" b="0">
                <a:solidFill>
                  <a:srgbClr val="AFC4D9"/>
                </a:solidFill>
                <a:latin typeface="Arial"/>
                <a:ea typeface="Arial"/>
                <a:cs typeface="Arial"/>
              </a:defRPr>
            </a:lvl1pPr>
            <a:lvl2pPr>
              <a:defRPr sz="2100" b="0">
                <a:solidFill>
                  <a:srgbClr val="AFC4D9"/>
                </a:solidFill>
                <a:latin typeface="Arial"/>
                <a:ea typeface="Arial"/>
                <a:cs typeface="Arial"/>
              </a:defRPr>
            </a:lvl2pPr>
            <a:lvl3pPr>
              <a:defRPr sz="2100" b="0">
                <a:solidFill>
                  <a:srgbClr val="AFC4D9"/>
                </a:solidFill>
                <a:latin typeface="Arial"/>
                <a:ea typeface="Arial"/>
                <a:cs typeface="Arial"/>
              </a:defRPr>
            </a:lvl3pPr>
            <a:lvl4pPr>
              <a:defRPr sz="2100" b="0">
                <a:solidFill>
                  <a:srgbClr val="AFC4D9"/>
                </a:solidFill>
                <a:latin typeface="Arial"/>
                <a:ea typeface="Arial"/>
                <a:cs typeface="Arial"/>
              </a:defRPr>
            </a:lvl4pPr>
            <a:lvl5pPr>
              <a:defRPr sz="2100" b="0">
                <a:solidFill>
                  <a:srgbClr val="AFC4D9"/>
                </a:solidFill>
                <a:latin typeface="Arial"/>
                <a:ea typeface="Arial"/>
                <a:cs typeface="Arial"/>
              </a:defRPr>
            </a:lvl5pPr>
            <a:lvl6pPr>
              <a:defRPr sz="2100" b="0">
                <a:solidFill>
                  <a:srgbClr val="AFC4D9"/>
                </a:solidFill>
                <a:latin typeface="Arial"/>
                <a:ea typeface="Arial"/>
                <a:cs typeface="Arial"/>
              </a:defRPr>
            </a:lvl6pPr>
            <a:lvl7pPr>
              <a:defRPr sz="2100" b="0">
                <a:solidFill>
                  <a:srgbClr val="AFC4D9"/>
                </a:solidFill>
                <a:latin typeface="Arial"/>
                <a:ea typeface="Arial"/>
                <a:cs typeface="Arial"/>
              </a:defRPr>
            </a:lvl7pPr>
            <a:lvl8pPr>
              <a:defRPr sz="2100" b="0">
                <a:solidFill>
                  <a:srgbClr val="AFC4D9"/>
                </a:solidFill>
                <a:latin typeface="Arial"/>
                <a:ea typeface="Arial"/>
                <a:cs typeface="Arial"/>
              </a:defRPr>
            </a:lvl8pPr>
            <a:lvl9pPr>
              <a:defRPr sz="2100" b="0">
                <a:solidFill>
                  <a:srgbClr val="AFC4D9"/>
                </a:solidFill>
                <a:latin typeface="Arial"/>
                <a:ea typeface="Arial"/>
                <a:cs typeface="Arial"/>
              </a:defRPr>
            </a:lvl9pPr>
          </a:lstStyle>
          <a:p xmlns:a="http://schemas.openxmlformats.org/drawingml/2006/main">
            <a:pPr>
              <a:defRPr sz="2100" b="0">
                <a:solidFill>
                  <a:srgbClr val="AFC4D9"/>
                </a:solidFill>
                <a:latin typeface="Arial"/>
                <a:ea typeface="Arial"/>
                <a:cs typeface="Arial"/>
              </a:defRPr>
            </a:pPr>
            <a:r>
              <a:rPr sz="2100" b="0">
                <a:solidFill>
                  <a:srgbClr val="AFC4D9"/>
                </a:solidFill>
                <a:latin typeface="Arial"/>
                <a:ea typeface="Arial"/>
                <a:cs typeface="Arial"/>
              </a:rPr>
              <a:t>Hồ sơ v1.2 Draft</a:t>
            </a:r>
          </a:p>
          <a:p xmlns:a="http://schemas.openxmlformats.org/drawingml/2006/main">
            <a:pPr>
              <a:defRPr sz="2100" b="0">
                <a:solidFill>
                  <a:srgbClr val="AFC4D9"/>
                </a:solidFill>
                <a:latin typeface="Arial"/>
                <a:ea typeface="Arial"/>
                <a:cs typeface="Arial"/>
              </a:defRPr>
            </a:pPr>
            <a:r>
              <a:rPr sz="2100" b="0">
                <a:solidFill>
                  <a:srgbClr val="AFC4D9"/>
                </a:solidFill>
                <a:latin typeface="Arial"/>
                <a:ea typeface="Arial"/>
                <a:cs typeface="Arial"/>
              </a:rPr>
              <a:t>30 tháng 10 năm 2026</a:t>
            </a:r>
          </a:p>
        </p:txBody>
      </p:sp>
    </p:spTree>
    <p:extLst>
      <p:ext uri="{BB962C8B-B14F-4D97-AF65-F5344CB8AC3E}">
        <p14:creationId xmlns:p14="http://schemas.microsoft.com/office/powerpoint/2010/main" val="15535621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D2002DA-D3F0-4D26-852A-5B3D690A0D95}"/>
              </a:ext>
            </a:extLst>
          </p:cNvPr>
          <p:cNvSpPr>
            <a:spLocks xmlns:a="http://schemas.openxmlformats.org/drawingml/2006/main" noGrp="1"/>
          </p:cNvSpPr>
          <p:nvPr/>
        </p:nvSpPr>
        <p:spPr>
          <a:xfrm xmlns:a="http://schemas.openxmlformats.org/drawingml/2006/main">
            <a:off x="762000" y="438150"/>
            <a:ext cx="13668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0C2038"/>
                </a:solidFill>
                <a:latin typeface="Arial"/>
                <a:ea typeface="Arial"/>
                <a:cs typeface="Arial"/>
              </a:defRPr>
            </a:defPPr>
            <a:lvl1pPr>
              <a:defRPr sz="3900" b="1">
                <a:solidFill>
                  <a:srgbClr val="0C2038"/>
                </a:solidFill>
                <a:latin typeface="Arial"/>
                <a:ea typeface="Arial"/>
                <a:cs typeface="Arial"/>
              </a:defRPr>
            </a:lvl1pPr>
            <a:lvl2pPr>
              <a:defRPr sz="3900" b="1">
                <a:solidFill>
                  <a:srgbClr val="0C2038"/>
                </a:solidFill>
                <a:latin typeface="Arial"/>
                <a:ea typeface="Arial"/>
                <a:cs typeface="Arial"/>
              </a:defRPr>
            </a:lvl2pPr>
            <a:lvl3pPr>
              <a:defRPr sz="3900" b="1">
                <a:solidFill>
                  <a:srgbClr val="0C2038"/>
                </a:solidFill>
                <a:latin typeface="Arial"/>
                <a:ea typeface="Arial"/>
                <a:cs typeface="Arial"/>
              </a:defRPr>
            </a:lvl3pPr>
            <a:lvl4pPr>
              <a:defRPr sz="3900" b="1">
                <a:solidFill>
                  <a:srgbClr val="0C2038"/>
                </a:solidFill>
                <a:latin typeface="Arial"/>
                <a:ea typeface="Arial"/>
                <a:cs typeface="Arial"/>
              </a:defRPr>
            </a:lvl4pPr>
            <a:lvl5pPr>
              <a:defRPr sz="3900" b="1">
                <a:solidFill>
                  <a:srgbClr val="0C2038"/>
                </a:solidFill>
                <a:latin typeface="Arial"/>
                <a:ea typeface="Arial"/>
                <a:cs typeface="Arial"/>
              </a:defRPr>
            </a:lvl5pPr>
            <a:lvl6pPr>
              <a:defRPr sz="3900" b="1">
                <a:solidFill>
                  <a:srgbClr val="0C2038"/>
                </a:solidFill>
                <a:latin typeface="Arial"/>
                <a:ea typeface="Arial"/>
                <a:cs typeface="Arial"/>
              </a:defRPr>
            </a:lvl6pPr>
            <a:lvl7pPr>
              <a:defRPr sz="3900" b="1">
                <a:solidFill>
                  <a:srgbClr val="0C2038"/>
                </a:solidFill>
                <a:latin typeface="Arial"/>
                <a:ea typeface="Arial"/>
                <a:cs typeface="Arial"/>
              </a:defRPr>
            </a:lvl7pPr>
            <a:lvl8pPr>
              <a:defRPr sz="3900" b="1">
                <a:solidFill>
                  <a:srgbClr val="0C2038"/>
                </a:solidFill>
                <a:latin typeface="Arial"/>
                <a:ea typeface="Arial"/>
                <a:cs typeface="Arial"/>
              </a:defRPr>
            </a:lvl8pPr>
            <a:lvl9pPr>
              <a:defRPr sz="3900" b="1">
                <a:solidFill>
                  <a:srgbClr val="0C2038"/>
                </a:solidFill>
                <a:latin typeface="Arial"/>
                <a:ea typeface="Arial"/>
                <a:cs typeface="Arial"/>
              </a:defRPr>
            </a:lvl9pPr>
          </a:lstStyle>
          <a:p xmlns:a="http://schemas.openxmlformats.org/drawingml/2006/main">
            <a:pPr>
              <a:defRPr sz="3900" b="1">
                <a:solidFill>
                  <a:srgbClr val="0C2038"/>
                </a:solidFill>
                <a:latin typeface="Arial"/>
                <a:ea typeface="Arial"/>
                <a:cs typeface="Arial"/>
              </a:defRPr>
            </a:pPr>
            <a:r>
              <a:rPr sz="3900" b="1">
                <a:solidFill>
                  <a:srgbClr val="0C2038"/>
                </a:solidFill>
                <a:latin typeface="Arial"/>
                <a:ea typeface="Arial"/>
                <a:cs typeface="Arial"/>
              </a:rPr>
              <a:t>Phiếu hỗ trợ của nhân viên</a:t>
            </a:r>
          </a:p>
        </p:txBody>
      </p:sp>
      <p:sp>
        <p:nvSpPr>
          <p:cNvPr id="3" name="">
            <a:extLst xmlns:a="http://schemas.openxmlformats.org/drawingml/2006/main">
              <a:ext uri="{FF2B5EF4-FFF2-40B4-BE49-F238E27FC236}">
                <a16:creationId xmlns:a16="http://schemas.microsoft.com/office/drawing/2014/main" id="{860650B2-F48E-4DD3-A482-FF7C3BDBF11E}"/>
              </a:ext>
            </a:extLst>
          </p:cNvPr>
          <p:cNvSpPr>
            <a:spLocks xmlns:a="http://schemas.openxmlformats.org/drawingml/2006/main" noGrp="1"/>
          </p:cNvSpPr>
          <p:nvPr/>
        </p:nvSpPr>
        <p:spPr>
          <a:xfrm xmlns:a="http://schemas.openxmlformats.org/drawingml/2006/main">
            <a:off x="13696950" y="812482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0758A"/>
                </a:solidFill>
                <a:latin typeface="Arial"/>
                <a:ea typeface="Arial"/>
                <a:cs typeface="Arial"/>
              </a:defRPr>
            </a:defPPr>
            <a:lvl1pPr>
              <a:defRPr sz="1425" b="0">
                <a:solidFill>
                  <a:srgbClr val="60758A"/>
                </a:solidFill>
                <a:latin typeface="Arial"/>
                <a:ea typeface="Arial"/>
                <a:cs typeface="Arial"/>
              </a:defRPr>
            </a:lvl1pPr>
            <a:lvl2pPr>
              <a:defRPr sz="1425" b="0">
                <a:solidFill>
                  <a:srgbClr val="60758A"/>
                </a:solidFill>
                <a:latin typeface="Arial"/>
                <a:ea typeface="Arial"/>
                <a:cs typeface="Arial"/>
              </a:defRPr>
            </a:lvl2pPr>
            <a:lvl3pPr>
              <a:defRPr sz="1425" b="0">
                <a:solidFill>
                  <a:srgbClr val="60758A"/>
                </a:solidFill>
                <a:latin typeface="Arial"/>
                <a:ea typeface="Arial"/>
                <a:cs typeface="Arial"/>
              </a:defRPr>
            </a:lvl3pPr>
            <a:lvl4pPr>
              <a:defRPr sz="1425" b="0">
                <a:solidFill>
                  <a:srgbClr val="60758A"/>
                </a:solidFill>
                <a:latin typeface="Arial"/>
                <a:ea typeface="Arial"/>
                <a:cs typeface="Arial"/>
              </a:defRPr>
            </a:lvl4pPr>
            <a:lvl5pPr>
              <a:defRPr sz="1425" b="0">
                <a:solidFill>
                  <a:srgbClr val="60758A"/>
                </a:solidFill>
                <a:latin typeface="Arial"/>
                <a:ea typeface="Arial"/>
                <a:cs typeface="Arial"/>
              </a:defRPr>
            </a:lvl5pPr>
            <a:lvl6pPr>
              <a:defRPr sz="1425" b="0">
                <a:solidFill>
                  <a:srgbClr val="60758A"/>
                </a:solidFill>
                <a:latin typeface="Arial"/>
                <a:ea typeface="Arial"/>
                <a:cs typeface="Arial"/>
              </a:defRPr>
            </a:lvl6pPr>
            <a:lvl7pPr>
              <a:defRPr sz="1425" b="0">
                <a:solidFill>
                  <a:srgbClr val="60758A"/>
                </a:solidFill>
                <a:latin typeface="Arial"/>
                <a:ea typeface="Arial"/>
                <a:cs typeface="Arial"/>
              </a:defRPr>
            </a:lvl7pPr>
            <a:lvl8pPr>
              <a:defRPr sz="1425" b="0">
                <a:solidFill>
                  <a:srgbClr val="60758A"/>
                </a:solidFill>
                <a:latin typeface="Arial"/>
                <a:ea typeface="Arial"/>
                <a:cs typeface="Arial"/>
              </a:defRPr>
            </a:lvl8pPr>
            <a:lvl9pPr>
              <a:defRPr sz="1425" b="0">
                <a:solidFill>
                  <a:srgbClr val="60758A"/>
                </a:solidFill>
                <a:latin typeface="Arial"/>
                <a:ea typeface="Arial"/>
                <a:cs typeface="Arial"/>
              </a:defRPr>
            </a:lvl9pPr>
          </a:lstStyle>
          <a:p xmlns:a="http://schemas.openxmlformats.org/drawingml/2006/main">
            <a:pPr>
              <a:defRPr sz="1425" b="0">
                <a:solidFill>
                  <a:srgbClr val="60758A"/>
                </a:solidFill>
                <a:latin typeface="Arial"/>
                <a:ea typeface="Arial"/>
                <a:cs typeface="Arial"/>
              </a:defRPr>
            </a:pPr>
            <a:r>
              <a:rPr sz="1425" b="0">
                <a:solidFill>
                  <a:srgbClr val="60758A"/>
                </a:solidFill>
                <a:latin typeface="Arial"/>
                <a:ea typeface="Arial"/>
                <a:cs typeface="Arial"/>
              </a:rPr>
              <a:t>02 / 12</a:t>
            </a:r>
          </a:p>
        </p:txBody>
      </p:sp>
      <p:sp>
        <p:nvSpPr>
          <p:cNvPr id="4" name="">
            <a:extLst xmlns:a="http://schemas.openxmlformats.org/drawingml/2006/main">
              <a:ext uri="{FF2B5EF4-FFF2-40B4-BE49-F238E27FC236}">
                <a16:creationId xmlns:a16="http://schemas.microsoft.com/office/drawing/2014/main" id="{2B6D4262-16CC-4FFD-9ADC-84D0D22683D8}"/>
              </a:ext>
            </a:extLst>
          </p:cNvPr>
          <p:cNvSpPr>
            <a:spLocks xmlns:a="http://schemas.openxmlformats.org/drawingml/2006/main" noGrp="1"/>
          </p:cNvSpPr>
          <p:nvPr/>
        </p:nvSpPr>
        <p:spPr>
          <a:xfrm xmlns:a="http://schemas.openxmlformats.org/drawingml/2006/main">
            <a:off x="781050" y="1190625"/>
            <a:ext cx="13668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087F8C"/>
                </a:solidFill>
                <a:latin typeface="Arial"/>
                <a:ea typeface="Arial"/>
                <a:cs typeface="Arial"/>
              </a:defRPr>
            </a:defPPr>
            <a:lvl1pPr>
              <a:defRPr sz="2325" b="0">
                <a:solidFill>
                  <a:srgbClr val="087F8C"/>
                </a:solidFill>
                <a:latin typeface="Arial"/>
                <a:ea typeface="Arial"/>
                <a:cs typeface="Arial"/>
              </a:defRPr>
            </a:lvl1pPr>
            <a:lvl2pPr>
              <a:defRPr sz="2325" b="0">
                <a:solidFill>
                  <a:srgbClr val="087F8C"/>
                </a:solidFill>
                <a:latin typeface="Arial"/>
                <a:ea typeface="Arial"/>
                <a:cs typeface="Arial"/>
              </a:defRPr>
            </a:lvl2pPr>
            <a:lvl3pPr>
              <a:defRPr sz="2325" b="0">
                <a:solidFill>
                  <a:srgbClr val="087F8C"/>
                </a:solidFill>
                <a:latin typeface="Arial"/>
                <a:ea typeface="Arial"/>
                <a:cs typeface="Arial"/>
              </a:defRPr>
            </a:lvl3pPr>
            <a:lvl4pPr>
              <a:defRPr sz="2325" b="0">
                <a:solidFill>
                  <a:srgbClr val="087F8C"/>
                </a:solidFill>
                <a:latin typeface="Arial"/>
                <a:ea typeface="Arial"/>
                <a:cs typeface="Arial"/>
              </a:defRPr>
            </a:lvl4pPr>
            <a:lvl5pPr>
              <a:defRPr sz="2325" b="0">
                <a:solidFill>
                  <a:srgbClr val="087F8C"/>
                </a:solidFill>
                <a:latin typeface="Arial"/>
                <a:ea typeface="Arial"/>
                <a:cs typeface="Arial"/>
              </a:defRPr>
            </a:lvl5pPr>
            <a:lvl6pPr>
              <a:defRPr sz="2325" b="0">
                <a:solidFill>
                  <a:srgbClr val="087F8C"/>
                </a:solidFill>
                <a:latin typeface="Arial"/>
                <a:ea typeface="Arial"/>
                <a:cs typeface="Arial"/>
              </a:defRPr>
            </a:lvl6pPr>
            <a:lvl7pPr>
              <a:defRPr sz="2325" b="0">
                <a:solidFill>
                  <a:srgbClr val="087F8C"/>
                </a:solidFill>
                <a:latin typeface="Arial"/>
                <a:ea typeface="Arial"/>
                <a:cs typeface="Arial"/>
              </a:defRPr>
            </a:lvl7pPr>
            <a:lvl8pPr>
              <a:defRPr sz="2325" b="0">
                <a:solidFill>
                  <a:srgbClr val="087F8C"/>
                </a:solidFill>
                <a:latin typeface="Arial"/>
                <a:ea typeface="Arial"/>
                <a:cs typeface="Arial"/>
              </a:defRPr>
            </a:lvl8pPr>
            <a:lvl9pPr>
              <a:defRPr sz="2325" b="0">
                <a:solidFill>
                  <a:srgbClr val="087F8C"/>
                </a:solidFill>
                <a:latin typeface="Arial"/>
                <a:ea typeface="Arial"/>
                <a:cs typeface="Arial"/>
              </a:defRPr>
            </a:lvl9pPr>
          </a:lstStyle>
          <a:p xmlns:a="http://schemas.openxmlformats.org/drawingml/2006/main">
            <a:pPr>
              <a:defRPr sz="2325" b="0">
                <a:solidFill>
                  <a:srgbClr val="087F8C"/>
                </a:solidFill>
                <a:latin typeface="Arial"/>
                <a:ea typeface="Arial"/>
                <a:cs typeface="Arial"/>
              </a:defRPr>
            </a:pPr>
            <a:r>
              <a:rPr sz="2325" b="0">
                <a:solidFill>
                  <a:srgbClr val="087F8C"/>
                </a:solidFill>
                <a:latin typeface="Arial"/>
                <a:ea typeface="Arial"/>
                <a:cs typeface="Arial"/>
              </a:rPr>
              <a:t>Báo lỗi, theo dõi người xử lý và hạn giải quyết trên cùng một hệ thống</a:t>
            </a:r>
          </a:p>
        </p:txBody>
      </p:sp>
      <p:pic>
        <p:nvPicPr>
          <p:cNvPr id="5" name="">
            <a:extLst xmlns:a="http://schemas.openxmlformats.org/drawingml/2006/main">
              <a:ext uri="{FF2B5EF4-FFF2-40B4-BE49-F238E27FC236}">
                <a16:creationId xmlns:a16="http://schemas.microsoft.com/office/drawing/2014/main" id="{8991F6B7-D344-4AAA-8CF5-F0E5C0F3F9C7}"/>
              </a:ext>
            </a:extLst>
          </p:cNvPr>
          <p:cNvPicPr>
            <a:picLocks xmlns:a="http://schemas.openxmlformats.org/drawingml/2006/main" noChangeAspect="1"/>
          </p:cNvPicPr>
          <p:nvPr/>
        </p:nvPicPr>
        <p:blipFill>
          <a:blip xmlns:r="http://schemas.openxmlformats.org/officeDocument/2006/relationships" xmlns:a="http://schemas.openxmlformats.org/drawingml/2006/main" r:embed="R004bd36ccc53493b"/>
          <a:stretch xmlns:a="http://schemas.openxmlformats.org/drawingml/2006/main"/>
        </p:blipFill>
        <p:spPr>
          <a:xfrm xmlns:a="http://schemas.openxmlformats.org/drawingml/2006/main">
            <a:off x="1607698" y="1809750"/>
            <a:ext cx="12024603" cy="5905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C857627-BA9C-4FAF-A7F8-884EDAECB07A}"/>
              </a:ext>
            </a:extLst>
          </p:cNvPr>
          <p:cNvSpPr>
            <a:spLocks xmlns:a="http://schemas.openxmlformats.org/drawingml/2006/main" noGrp="1"/>
          </p:cNvSpPr>
          <p:nvPr/>
        </p:nvSpPr>
        <p:spPr>
          <a:xfrm xmlns:a="http://schemas.openxmlformats.org/drawingml/2006/main">
            <a:off x="781050" y="7762875"/>
            <a:ext cx="13573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0758A"/>
                </a:solidFill>
                <a:latin typeface="Arial"/>
                <a:ea typeface="Arial"/>
                <a:cs typeface="Arial"/>
              </a:defRPr>
            </a:defPPr>
            <a:lvl1pPr>
              <a:defRPr sz="1800" b="0">
                <a:solidFill>
                  <a:srgbClr val="60758A"/>
                </a:solidFill>
                <a:latin typeface="Arial"/>
                <a:ea typeface="Arial"/>
                <a:cs typeface="Arial"/>
              </a:defRPr>
            </a:lvl1pPr>
            <a:lvl2pPr>
              <a:defRPr sz="1800" b="0">
                <a:solidFill>
                  <a:srgbClr val="60758A"/>
                </a:solidFill>
                <a:latin typeface="Arial"/>
                <a:ea typeface="Arial"/>
                <a:cs typeface="Arial"/>
              </a:defRPr>
            </a:lvl2pPr>
            <a:lvl3pPr>
              <a:defRPr sz="1800" b="0">
                <a:solidFill>
                  <a:srgbClr val="60758A"/>
                </a:solidFill>
                <a:latin typeface="Arial"/>
                <a:ea typeface="Arial"/>
                <a:cs typeface="Arial"/>
              </a:defRPr>
            </a:lvl3pPr>
            <a:lvl4pPr>
              <a:defRPr sz="1800" b="0">
                <a:solidFill>
                  <a:srgbClr val="60758A"/>
                </a:solidFill>
                <a:latin typeface="Arial"/>
                <a:ea typeface="Arial"/>
                <a:cs typeface="Arial"/>
              </a:defRPr>
            </a:lvl4pPr>
            <a:lvl5pPr>
              <a:defRPr sz="1800" b="0">
                <a:solidFill>
                  <a:srgbClr val="60758A"/>
                </a:solidFill>
                <a:latin typeface="Arial"/>
                <a:ea typeface="Arial"/>
                <a:cs typeface="Arial"/>
              </a:defRPr>
            </a:lvl5pPr>
            <a:lvl6pPr>
              <a:defRPr sz="1800" b="0">
                <a:solidFill>
                  <a:srgbClr val="60758A"/>
                </a:solidFill>
                <a:latin typeface="Arial"/>
                <a:ea typeface="Arial"/>
                <a:cs typeface="Arial"/>
              </a:defRPr>
            </a:lvl6pPr>
            <a:lvl7pPr>
              <a:defRPr sz="1800" b="0">
                <a:solidFill>
                  <a:srgbClr val="60758A"/>
                </a:solidFill>
                <a:latin typeface="Arial"/>
                <a:ea typeface="Arial"/>
                <a:cs typeface="Arial"/>
              </a:defRPr>
            </a:lvl7pPr>
            <a:lvl8pPr>
              <a:defRPr sz="1800" b="0">
                <a:solidFill>
                  <a:srgbClr val="60758A"/>
                </a:solidFill>
                <a:latin typeface="Arial"/>
                <a:ea typeface="Arial"/>
                <a:cs typeface="Arial"/>
              </a:defRPr>
            </a:lvl8pPr>
            <a:lvl9pPr>
              <a:defRPr sz="1800" b="0">
                <a:solidFill>
                  <a:srgbClr val="60758A"/>
                </a:solidFill>
                <a:latin typeface="Arial"/>
                <a:ea typeface="Arial"/>
                <a:cs typeface="Arial"/>
              </a:defRPr>
            </a:lvl9pPr>
          </a:lstStyle>
          <a:p xmlns:a="http://schemas.openxmlformats.org/drawingml/2006/main">
            <a:pPr>
              <a:defRPr sz="1800" b="0">
                <a:solidFill>
                  <a:srgbClr val="60758A"/>
                </a:solidFill>
                <a:latin typeface="Arial"/>
                <a:ea typeface="Arial"/>
                <a:cs typeface="Arial"/>
              </a:defRPr>
            </a:pPr>
            <a:r>
              <a:rPr sz="1800" b="0">
                <a:solidFill>
                  <a:srgbClr val="60758A"/>
                </a:solidFill>
                <a:latin typeface="Arial"/>
                <a:ea typeface="Arial"/>
                <a:cs typeface="Arial"/>
              </a:rPr>
              <a:t>FE skeleton đã vào main qua PR #2. Ảnh giao diện chưa chứng minh Backend hoặc quyền truy cập đã được nghiệm thu.</a:t>
            </a:r>
          </a:p>
        </p:txBody>
      </p:sp>
    </p:spTree>
    <p:extLst>
      <p:ext uri="{BB962C8B-B14F-4D97-AF65-F5344CB8AC3E}">
        <p14:creationId xmlns:p14="http://schemas.microsoft.com/office/powerpoint/2010/main" val="5562712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1A30EC8-F903-4DF2-9EDF-32A030AF3DC3}"/>
              </a:ext>
            </a:extLst>
          </p:cNvPr>
          <p:cNvSpPr>
            <a:spLocks xmlns:a="http://schemas.openxmlformats.org/drawingml/2006/main" noGrp="1"/>
          </p:cNvSpPr>
          <p:nvPr/>
        </p:nvSpPr>
        <p:spPr>
          <a:xfrm xmlns:a="http://schemas.openxmlformats.org/drawingml/2006/main">
            <a:off x="762000" y="438150"/>
            <a:ext cx="13668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0C2038"/>
                </a:solidFill>
                <a:latin typeface="Arial"/>
                <a:ea typeface="Arial"/>
                <a:cs typeface="Arial"/>
              </a:defRPr>
            </a:defPPr>
            <a:lvl1pPr>
              <a:defRPr sz="3900" b="1">
                <a:solidFill>
                  <a:srgbClr val="0C2038"/>
                </a:solidFill>
                <a:latin typeface="Arial"/>
                <a:ea typeface="Arial"/>
                <a:cs typeface="Arial"/>
              </a:defRPr>
            </a:lvl1pPr>
            <a:lvl2pPr>
              <a:defRPr sz="3900" b="1">
                <a:solidFill>
                  <a:srgbClr val="0C2038"/>
                </a:solidFill>
                <a:latin typeface="Arial"/>
                <a:ea typeface="Arial"/>
                <a:cs typeface="Arial"/>
              </a:defRPr>
            </a:lvl2pPr>
            <a:lvl3pPr>
              <a:defRPr sz="3900" b="1">
                <a:solidFill>
                  <a:srgbClr val="0C2038"/>
                </a:solidFill>
                <a:latin typeface="Arial"/>
                <a:ea typeface="Arial"/>
                <a:cs typeface="Arial"/>
              </a:defRPr>
            </a:lvl3pPr>
            <a:lvl4pPr>
              <a:defRPr sz="3900" b="1">
                <a:solidFill>
                  <a:srgbClr val="0C2038"/>
                </a:solidFill>
                <a:latin typeface="Arial"/>
                <a:ea typeface="Arial"/>
                <a:cs typeface="Arial"/>
              </a:defRPr>
            </a:lvl4pPr>
            <a:lvl5pPr>
              <a:defRPr sz="3900" b="1">
                <a:solidFill>
                  <a:srgbClr val="0C2038"/>
                </a:solidFill>
                <a:latin typeface="Arial"/>
                <a:ea typeface="Arial"/>
                <a:cs typeface="Arial"/>
              </a:defRPr>
            </a:lvl5pPr>
            <a:lvl6pPr>
              <a:defRPr sz="3900" b="1">
                <a:solidFill>
                  <a:srgbClr val="0C2038"/>
                </a:solidFill>
                <a:latin typeface="Arial"/>
                <a:ea typeface="Arial"/>
                <a:cs typeface="Arial"/>
              </a:defRPr>
            </a:lvl6pPr>
            <a:lvl7pPr>
              <a:defRPr sz="3900" b="1">
                <a:solidFill>
                  <a:srgbClr val="0C2038"/>
                </a:solidFill>
                <a:latin typeface="Arial"/>
                <a:ea typeface="Arial"/>
                <a:cs typeface="Arial"/>
              </a:defRPr>
            </a:lvl7pPr>
            <a:lvl8pPr>
              <a:defRPr sz="3900" b="1">
                <a:solidFill>
                  <a:srgbClr val="0C2038"/>
                </a:solidFill>
                <a:latin typeface="Arial"/>
                <a:ea typeface="Arial"/>
                <a:cs typeface="Arial"/>
              </a:defRPr>
            </a:lvl8pPr>
            <a:lvl9pPr>
              <a:defRPr sz="3900" b="1">
                <a:solidFill>
                  <a:srgbClr val="0C2038"/>
                </a:solidFill>
                <a:latin typeface="Arial"/>
                <a:ea typeface="Arial"/>
                <a:cs typeface="Arial"/>
              </a:defRPr>
            </a:lvl9pPr>
          </a:lstStyle>
          <a:p xmlns:a="http://schemas.openxmlformats.org/drawingml/2006/main">
            <a:pPr>
              <a:defRPr sz="3900" b="1">
                <a:solidFill>
                  <a:srgbClr val="0C2038"/>
                </a:solidFill>
                <a:latin typeface="Arial"/>
                <a:ea typeface="Arial"/>
                <a:cs typeface="Arial"/>
              </a:defRPr>
            </a:pPr>
            <a:r>
              <a:rPr sz="3900" b="1">
                <a:solidFill>
                  <a:srgbClr val="0C2038"/>
                </a:solidFill>
                <a:latin typeface="Arial"/>
                <a:ea typeface="Arial"/>
                <a:cs typeface="Arial"/>
              </a:rPr>
              <a:t>Phạm vi MVP và vai trò</a:t>
            </a:r>
          </a:p>
        </p:txBody>
      </p:sp>
      <p:sp>
        <p:nvSpPr>
          <p:cNvPr id="3" name="">
            <a:extLst xmlns:a="http://schemas.openxmlformats.org/drawingml/2006/main">
              <a:ext uri="{FF2B5EF4-FFF2-40B4-BE49-F238E27FC236}">
                <a16:creationId xmlns:a16="http://schemas.microsoft.com/office/drawing/2014/main" id="{224E842D-5C16-46E1-A33A-40EF5D660E71}"/>
              </a:ext>
            </a:extLst>
          </p:cNvPr>
          <p:cNvSpPr>
            <a:spLocks xmlns:a="http://schemas.openxmlformats.org/drawingml/2006/main" noGrp="1"/>
          </p:cNvSpPr>
          <p:nvPr/>
        </p:nvSpPr>
        <p:spPr>
          <a:xfrm xmlns:a="http://schemas.openxmlformats.org/drawingml/2006/main">
            <a:off x="13696950" y="812482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0758A"/>
                </a:solidFill>
                <a:latin typeface="Arial"/>
                <a:ea typeface="Arial"/>
                <a:cs typeface="Arial"/>
              </a:defRPr>
            </a:defPPr>
            <a:lvl1pPr>
              <a:defRPr sz="1425" b="0">
                <a:solidFill>
                  <a:srgbClr val="60758A"/>
                </a:solidFill>
                <a:latin typeface="Arial"/>
                <a:ea typeface="Arial"/>
                <a:cs typeface="Arial"/>
              </a:defRPr>
            </a:lvl1pPr>
            <a:lvl2pPr>
              <a:defRPr sz="1425" b="0">
                <a:solidFill>
                  <a:srgbClr val="60758A"/>
                </a:solidFill>
                <a:latin typeface="Arial"/>
                <a:ea typeface="Arial"/>
                <a:cs typeface="Arial"/>
              </a:defRPr>
            </a:lvl2pPr>
            <a:lvl3pPr>
              <a:defRPr sz="1425" b="0">
                <a:solidFill>
                  <a:srgbClr val="60758A"/>
                </a:solidFill>
                <a:latin typeface="Arial"/>
                <a:ea typeface="Arial"/>
                <a:cs typeface="Arial"/>
              </a:defRPr>
            </a:lvl3pPr>
            <a:lvl4pPr>
              <a:defRPr sz="1425" b="0">
                <a:solidFill>
                  <a:srgbClr val="60758A"/>
                </a:solidFill>
                <a:latin typeface="Arial"/>
                <a:ea typeface="Arial"/>
                <a:cs typeface="Arial"/>
              </a:defRPr>
            </a:lvl4pPr>
            <a:lvl5pPr>
              <a:defRPr sz="1425" b="0">
                <a:solidFill>
                  <a:srgbClr val="60758A"/>
                </a:solidFill>
                <a:latin typeface="Arial"/>
                <a:ea typeface="Arial"/>
                <a:cs typeface="Arial"/>
              </a:defRPr>
            </a:lvl5pPr>
            <a:lvl6pPr>
              <a:defRPr sz="1425" b="0">
                <a:solidFill>
                  <a:srgbClr val="60758A"/>
                </a:solidFill>
                <a:latin typeface="Arial"/>
                <a:ea typeface="Arial"/>
                <a:cs typeface="Arial"/>
              </a:defRPr>
            </a:lvl6pPr>
            <a:lvl7pPr>
              <a:defRPr sz="1425" b="0">
                <a:solidFill>
                  <a:srgbClr val="60758A"/>
                </a:solidFill>
                <a:latin typeface="Arial"/>
                <a:ea typeface="Arial"/>
                <a:cs typeface="Arial"/>
              </a:defRPr>
            </a:lvl7pPr>
            <a:lvl8pPr>
              <a:defRPr sz="1425" b="0">
                <a:solidFill>
                  <a:srgbClr val="60758A"/>
                </a:solidFill>
                <a:latin typeface="Arial"/>
                <a:ea typeface="Arial"/>
                <a:cs typeface="Arial"/>
              </a:defRPr>
            </a:lvl8pPr>
            <a:lvl9pPr>
              <a:defRPr sz="1425" b="0">
                <a:solidFill>
                  <a:srgbClr val="60758A"/>
                </a:solidFill>
                <a:latin typeface="Arial"/>
                <a:ea typeface="Arial"/>
                <a:cs typeface="Arial"/>
              </a:defRPr>
            </a:lvl9pPr>
          </a:lstStyle>
          <a:p xmlns:a="http://schemas.openxmlformats.org/drawingml/2006/main">
            <a:pPr>
              <a:defRPr sz="1425" b="0">
                <a:solidFill>
                  <a:srgbClr val="60758A"/>
                </a:solidFill>
                <a:latin typeface="Arial"/>
                <a:ea typeface="Arial"/>
                <a:cs typeface="Arial"/>
              </a:defRPr>
            </a:pPr>
            <a:r>
              <a:rPr sz="1425" b="0">
                <a:solidFill>
                  <a:srgbClr val="60758A"/>
                </a:solidFill>
                <a:latin typeface="Arial"/>
                <a:ea typeface="Arial"/>
                <a:cs typeface="Arial"/>
              </a:rPr>
              <a:t>03 / 12</a:t>
            </a:r>
          </a:p>
        </p:txBody>
      </p:sp>
      <p:sp>
        <p:nvSpPr>
          <p:cNvPr id="4" name="">
            <a:extLst xmlns:a="http://schemas.openxmlformats.org/drawingml/2006/main">
              <a:ext uri="{FF2B5EF4-FFF2-40B4-BE49-F238E27FC236}">
                <a16:creationId xmlns:a16="http://schemas.microsoft.com/office/drawing/2014/main" id="{BDA04D7B-F86B-45DB-A25A-5EE32218BFA6}"/>
              </a:ext>
            </a:extLst>
          </p:cNvPr>
          <p:cNvSpPr>
            <a:spLocks xmlns:a="http://schemas.openxmlformats.org/drawingml/2006/main" noGrp="1"/>
          </p:cNvSpPr>
          <p:nvPr/>
        </p:nvSpPr>
        <p:spPr>
          <a:xfrm xmlns:a="http://schemas.openxmlformats.org/drawingml/2006/main">
            <a:off x="781050" y="1666875"/>
            <a:ext cx="619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087F8C"/>
                </a:solidFill>
                <a:latin typeface="Arial"/>
                <a:ea typeface="Arial"/>
                <a:cs typeface="Arial"/>
              </a:defRPr>
            </a:defPPr>
            <a:lvl1pPr>
              <a:defRPr sz="5700" b="1">
                <a:solidFill>
                  <a:srgbClr val="087F8C"/>
                </a:solidFill>
                <a:latin typeface="Arial"/>
                <a:ea typeface="Arial"/>
                <a:cs typeface="Arial"/>
              </a:defRPr>
            </a:lvl1pPr>
            <a:lvl2pPr>
              <a:defRPr sz="5700" b="1">
                <a:solidFill>
                  <a:srgbClr val="087F8C"/>
                </a:solidFill>
                <a:latin typeface="Arial"/>
                <a:ea typeface="Arial"/>
                <a:cs typeface="Arial"/>
              </a:defRPr>
            </a:lvl2pPr>
            <a:lvl3pPr>
              <a:defRPr sz="5700" b="1">
                <a:solidFill>
                  <a:srgbClr val="087F8C"/>
                </a:solidFill>
                <a:latin typeface="Arial"/>
                <a:ea typeface="Arial"/>
                <a:cs typeface="Arial"/>
              </a:defRPr>
            </a:lvl3pPr>
            <a:lvl4pPr>
              <a:defRPr sz="5700" b="1">
                <a:solidFill>
                  <a:srgbClr val="087F8C"/>
                </a:solidFill>
                <a:latin typeface="Arial"/>
                <a:ea typeface="Arial"/>
                <a:cs typeface="Arial"/>
              </a:defRPr>
            </a:lvl4pPr>
            <a:lvl5pPr>
              <a:defRPr sz="5700" b="1">
                <a:solidFill>
                  <a:srgbClr val="087F8C"/>
                </a:solidFill>
                <a:latin typeface="Arial"/>
                <a:ea typeface="Arial"/>
                <a:cs typeface="Arial"/>
              </a:defRPr>
            </a:lvl5pPr>
            <a:lvl6pPr>
              <a:defRPr sz="5700" b="1">
                <a:solidFill>
                  <a:srgbClr val="087F8C"/>
                </a:solidFill>
                <a:latin typeface="Arial"/>
                <a:ea typeface="Arial"/>
                <a:cs typeface="Arial"/>
              </a:defRPr>
            </a:lvl6pPr>
            <a:lvl7pPr>
              <a:defRPr sz="5700" b="1">
                <a:solidFill>
                  <a:srgbClr val="087F8C"/>
                </a:solidFill>
                <a:latin typeface="Arial"/>
                <a:ea typeface="Arial"/>
                <a:cs typeface="Arial"/>
              </a:defRPr>
            </a:lvl7pPr>
            <a:lvl8pPr>
              <a:defRPr sz="5700" b="1">
                <a:solidFill>
                  <a:srgbClr val="087F8C"/>
                </a:solidFill>
                <a:latin typeface="Arial"/>
                <a:ea typeface="Arial"/>
                <a:cs typeface="Arial"/>
              </a:defRPr>
            </a:lvl8pPr>
            <a:lvl9pPr>
              <a:defRPr sz="5700" b="1">
                <a:solidFill>
                  <a:srgbClr val="087F8C"/>
                </a:solidFill>
                <a:latin typeface="Arial"/>
                <a:ea typeface="Arial"/>
                <a:cs typeface="Arial"/>
              </a:defRPr>
            </a:lvl9pPr>
          </a:lstStyle>
          <a:p xmlns:a="http://schemas.openxmlformats.org/drawingml/2006/main">
            <a:pPr>
              <a:defRPr sz="5700" b="1">
                <a:solidFill>
                  <a:srgbClr val="087F8C"/>
                </a:solidFill>
                <a:latin typeface="Arial"/>
                <a:ea typeface="Arial"/>
                <a:cs typeface="Arial"/>
              </a:defRPr>
            </a:pPr>
            <a:r>
              <a:rPr sz="5700" b="1">
                <a:solidFill>
                  <a:srgbClr val="087F8C"/>
                </a:solidFill>
                <a:latin typeface="Arial"/>
                <a:ea typeface="Arial"/>
                <a:cs typeface="Arial"/>
              </a:rPr>
              <a:t>HD01–HD14</a:t>
            </a:r>
          </a:p>
        </p:txBody>
      </p:sp>
      <p:sp>
        <p:nvSpPr>
          <p:cNvPr id="5" name="">
            <a:extLst xmlns:a="http://schemas.openxmlformats.org/drawingml/2006/main">
              <a:ext uri="{FF2B5EF4-FFF2-40B4-BE49-F238E27FC236}">
                <a16:creationId xmlns:a16="http://schemas.microsoft.com/office/drawing/2014/main" id="{18D53956-3D81-4836-99D3-3B02583B4E43}"/>
              </a:ext>
            </a:extLst>
          </p:cNvPr>
          <p:cNvSpPr>
            <a:spLocks xmlns:a="http://schemas.openxmlformats.org/drawingml/2006/main" noGrp="1"/>
          </p:cNvSpPr>
          <p:nvPr/>
        </p:nvSpPr>
        <p:spPr>
          <a:xfrm xmlns:a="http://schemas.openxmlformats.org/drawingml/2006/main">
            <a:off x="809625" y="3000375"/>
            <a:ext cx="6477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18324C"/>
                </a:solidFill>
                <a:latin typeface="Arial"/>
                <a:ea typeface="Arial"/>
                <a:cs typeface="Arial"/>
              </a:defRPr>
            </a:defPPr>
            <a:lvl1pPr>
              <a:defRPr sz="2625" b="0">
                <a:solidFill>
                  <a:srgbClr val="18324C"/>
                </a:solidFill>
                <a:latin typeface="Arial"/>
                <a:ea typeface="Arial"/>
                <a:cs typeface="Arial"/>
              </a:defRPr>
            </a:lvl1pPr>
            <a:lvl2pPr>
              <a:defRPr sz="2625" b="0">
                <a:solidFill>
                  <a:srgbClr val="18324C"/>
                </a:solidFill>
                <a:latin typeface="Arial"/>
                <a:ea typeface="Arial"/>
                <a:cs typeface="Arial"/>
              </a:defRPr>
            </a:lvl2pPr>
            <a:lvl3pPr>
              <a:defRPr sz="2625" b="0">
                <a:solidFill>
                  <a:srgbClr val="18324C"/>
                </a:solidFill>
                <a:latin typeface="Arial"/>
                <a:ea typeface="Arial"/>
                <a:cs typeface="Arial"/>
              </a:defRPr>
            </a:lvl3pPr>
            <a:lvl4pPr>
              <a:defRPr sz="2625" b="0">
                <a:solidFill>
                  <a:srgbClr val="18324C"/>
                </a:solidFill>
                <a:latin typeface="Arial"/>
                <a:ea typeface="Arial"/>
                <a:cs typeface="Arial"/>
              </a:defRPr>
            </a:lvl4pPr>
            <a:lvl5pPr>
              <a:defRPr sz="2625" b="0">
                <a:solidFill>
                  <a:srgbClr val="18324C"/>
                </a:solidFill>
                <a:latin typeface="Arial"/>
                <a:ea typeface="Arial"/>
                <a:cs typeface="Arial"/>
              </a:defRPr>
            </a:lvl5pPr>
            <a:lvl6pPr>
              <a:defRPr sz="2625" b="0">
                <a:solidFill>
                  <a:srgbClr val="18324C"/>
                </a:solidFill>
                <a:latin typeface="Arial"/>
                <a:ea typeface="Arial"/>
                <a:cs typeface="Arial"/>
              </a:defRPr>
            </a:lvl6pPr>
            <a:lvl7pPr>
              <a:defRPr sz="2625" b="0">
                <a:solidFill>
                  <a:srgbClr val="18324C"/>
                </a:solidFill>
                <a:latin typeface="Arial"/>
                <a:ea typeface="Arial"/>
                <a:cs typeface="Arial"/>
              </a:defRPr>
            </a:lvl7pPr>
            <a:lvl8pPr>
              <a:defRPr sz="2625" b="0">
                <a:solidFill>
                  <a:srgbClr val="18324C"/>
                </a:solidFill>
                <a:latin typeface="Arial"/>
                <a:ea typeface="Arial"/>
                <a:cs typeface="Arial"/>
              </a:defRPr>
            </a:lvl8pPr>
            <a:lvl9pPr>
              <a:defRPr sz="2625" b="0">
                <a:solidFill>
                  <a:srgbClr val="18324C"/>
                </a:solidFill>
                <a:latin typeface="Arial"/>
                <a:ea typeface="Arial"/>
                <a:cs typeface="Arial"/>
              </a:defRPr>
            </a:lvl9pPr>
          </a:lstStyle>
          <a:p xmlns:a="http://schemas.openxmlformats.org/drawingml/2006/main">
            <a:pPr>
              <a:defRPr sz="2625" b="0">
                <a:solidFill>
                  <a:srgbClr val="18324C"/>
                </a:solidFill>
                <a:latin typeface="Arial"/>
                <a:ea typeface="Arial"/>
                <a:cs typeface="Arial"/>
              </a:defRPr>
            </a:pPr>
            <a:r>
              <a:rPr sz="2625" b="0">
                <a:solidFill>
                  <a:srgbClr val="18324C"/>
                </a:solidFill>
                <a:latin typeface="Arial"/>
                <a:ea typeface="Arial"/>
                <a:cs typeface="Arial"/>
              </a:rPr>
              <a:t>Tài khoản và phân quyền</a:t>
            </a:r>
          </a:p>
          <a:p xmlns:a="http://schemas.openxmlformats.org/drawingml/2006/main">
            <a:pPr>
              <a:defRPr sz="2625" b="0">
                <a:solidFill>
                  <a:srgbClr val="18324C"/>
                </a:solidFill>
                <a:latin typeface="Arial"/>
                <a:ea typeface="Arial"/>
                <a:cs typeface="Arial"/>
              </a:defRPr>
            </a:pPr>
            <a:r>
              <a:rPr sz="2625" b="0">
                <a:solidFill>
                  <a:srgbClr val="18324C"/>
                </a:solidFill>
                <a:latin typeface="Arial"/>
                <a:ea typeface="Arial"/>
                <a:cs typeface="Arial"/>
              </a:rPr>
              <a:t>Ticket, tệp và trao đổi</a:t>
            </a:r>
          </a:p>
          <a:p xmlns:a="http://schemas.openxmlformats.org/drawingml/2006/main">
            <a:pPr>
              <a:defRPr sz="2625" b="0">
                <a:solidFill>
                  <a:srgbClr val="18324C"/>
                </a:solidFill>
                <a:latin typeface="Arial"/>
                <a:ea typeface="Arial"/>
                <a:cs typeface="Arial"/>
              </a:defRPr>
            </a:pPr>
            <a:r>
              <a:rPr sz="2625" b="0">
                <a:solidFill>
                  <a:srgbClr val="18324C"/>
                </a:solidFill>
                <a:latin typeface="Arial"/>
                <a:ea typeface="Arial"/>
                <a:cs typeface="Arial"/>
              </a:rPr>
              <a:t>Phân công và lịch sử xử lý</a:t>
            </a:r>
          </a:p>
          <a:p xmlns:a="http://schemas.openxmlformats.org/drawingml/2006/main">
            <a:pPr>
              <a:defRPr sz="2625" b="0">
                <a:solidFill>
                  <a:srgbClr val="18324C"/>
                </a:solidFill>
                <a:latin typeface="Arial"/>
                <a:ea typeface="Arial"/>
                <a:cs typeface="Arial"/>
              </a:defRPr>
            </a:pPr>
            <a:r>
              <a:rPr sz="2625" b="0">
                <a:solidFill>
                  <a:srgbClr val="18324C"/>
                </a:solidFill>
                <a:latin typeface="Arial"/>
                <a:ea typeface="Arial"/>
                <a:cs typeface="Arial"/>
              </a:rPr>
              <a:t>SLA, tìm kiếm và dashboard</a:t>
            </a:r>
          </a:p>
        </p:txBody>
      </p:sp>
      <p:sp>
        <p:nvSpPr>
          <p:cNvPr id="6" name="">
            <a:extLst xmlns:a="http://schemas.openxmlformats.org/drawingml/2006/main">
              <a:ext uri="{FF2B5EF4-FFF2-40B4-BE49-F238E27FC236}">
                <a16:creationId xmlns:a16="http://schemas.microsoft.com/office/drawing/2014/main" id="{381F4D78-8297-4EBB-A156-C5F0A4480D4C}"/>
              </a:ext>
            </a:extLst>
          </p:cNvPr>
          <p:cNvSpPr>
            <a:spLocks xmlns:a="http://schemas.openxmlformats.org/drawingml/2006/main" noGrp="1"/>
          </p:cNvSpPr>
          <p:nvPr/>
        </p:nvSpPr>
        <p:spPr>
          <a:xfrm xmlns:a="http://schemas.openxmlformats.org/drawingml/2006/main">
            <a:off x="809625" y="6191250"/>
            <a:ext cx="6286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60758A"/>
                </a:solidFill>
                <a:latin typeface="Arial"/>
                <a:ea typeface="Arial"/>
                <a:cs typeface="Arial"/>
              </a:defRPr>
            </a:defPPr>
            <a:lvl1pPr>
              <a:defRPr sz="2100" b="1">
                <a:solidFill>
                  <a:srgbClr val="60758A"/>
                </a:solidFill>
                <a:latin typeface="Arial"/>
                <a:ea typeface="Arial"/>
                <a:cs typeface="Arial"/>
              </a:defRPr>
            </a:lvl1pPr>
            <a:lvl2pPr>
              <a:defRPr sz="2100" b="1">
                <a:solidFill>
                  <a:srgbClr val="60758A"/>
                </a:solidFill>
                <a:latin typeface="Arial"/>
                <a:ea typeface="Arial"/>
                <a:cs typeface="Arial"/>
              </a:defRPr>
            </a:lvl2pPr>
            <a:lvl3pPr>
              <a:defRPr sz="2100" b="1">
                <a:solidFill>
                  <a:srgbClr val="60758A"/>
                </a:solidFill>
                <a:latin typeface="Arial"/>
                <a:ea typeface="Arial"/>
                <a:cs typeface="Arial"/>
              </a:defRPr>
            </a:lvl3pPr>
            <a:lvl4pPr>
              <a:defRPr sz="2100" b="1">
                <a:solidFill>
                  <a:srgbClr val="60758A"/>
                </a:solidFill>
                <a:latin typeface="Arial"/>
                <a:ea typeface="Arial"/>
                <a:cs typeface="Arial"/>
              </a:defRPr>
            </a:lvl4pPr>
            <a:lvl5pPr>
              <a:defRPr sz="2100" b="1">
                <a:solidFill>
                  <a:srgbClr val="60758A"/>
                </a:solidFill>
                <a:latin typeface="Arial"/>
                <a:ea typeface="Arial"/>
                <a:cs typeface="Arial"/>
              </a:defRPr>
            </a:lvl5pPr>
            <a:lvl6pPr>
              <a:defRPr sz="2100" b="1">
                <a:solidFill>
                  <a:srgbClr val="60758A"/>
                </a:solidFill>
                <a:latin typeface="Arial"/>
                <a:ea typeface="Arial"/>
                <a:cs typeface="Arial"/>
              </a:defRPr>
            </a:lvl6pPr>
            <a:lvl7pPr>
              <a:defRPr sz="2100" b="1">
                <a:solidFill>
                  <a:srgbClr val="60758A"/>
                </a:solidFill>
                <a:latin typeface="Arial"/>
                <a:ea typeface="Arial"/>
                <a:cs typeface="Arial"/>
              </a:defRPr>
            </a:lvl7pPr>
            <a:lvl8pPr>
              <a:defRPr sz="2100" b="1">
                <a:solidFill>
                  <a:srgbClr val="60758A"/>
                </a:solidFill>
                <a:latin typeface="Arial"/>
                <a:ea typeface="Arial"/>
                <a:cs typeface="Arial"/>
              </a:defRPr>
            </a:lvl8pPr>
            <a:lvl9pPr>
              <a:defRPr sz="2100" b="1">
                <a:solidFill>
                  <a:srgbClr val="60758A"/>
                </a:solidFill>
                <a:latin typeface="Arial"/>
                <a:ea typeface="Arial"/>
                <a:cs typeface="Arial"/>
              </a:defRPr>
            </a:lvl9pPr>
          </a:lstStyle>
          <a:p xmlns:a="http://schemas.openxmlformats.org/drawingml/2006/main">
            <a:pPr>
              <a:defRPr sz="2100" b="1">
                <a:solidFill>
                  <a:srgbClr val="60758A"/>
                </a:solidFill>
                <a:latin typeface="Arial"/>
                <a:ea typeface="Arial"/>
                <a:cs typeface="Arial"/>
              </a:defRPr>
            </a:pPr>
            <a:r>
              <a:rPr sz="2100" b="1">
                <a:solidFill>
                  <a:srgbClr val="60758A"/>
                </a:solidFill>
                <a:latin typeface="Arial"/>
                <a:ea typeface="Arial"/>
                <a:cs typeface="Arial"/>
              </a:rPr>
              <a:t>HD15 đánh giá hài lòng: Should, ngoài tiêu chí bắt buộc của MVP.</a:t>
            </a:r>
          </a:p>
        </p:txBody>
      </p:sp>
      <p:graphicFrame>
        <p:nvGraphicFramePr>
          <p:cNvPr id="7" name="">
            <a:extLst xmlns:a="http://schemas.openxmlformats.org/drawingml/2006/main">
              <a:ext uri="{FF2B5EF4-FFF2-40B4-BE49-F238E27FC236}">
                <a16:creationId xmlns:a16="http://schemas.microsoft.com/office/drawing/2014/main" id="{33E71B36-801E-42F3-8378-8923EF627DE0}"/>
              </a:ext>
            </a:extLst>
          </p:cNvPr>
          <p:cNvGraphicFramePr/>
          <p:nvPr/>
        </p:nvGraphicFramePr>
        <p:xfrm>
          <a:off xmlns:a="http://schemas.openxmlformats.org/drawingml/2006/main" x="7667625" y="1752600"/>
          <a:ext xmlns:a="http://schemas.openxmlformats.org/drawingml/2006/main" cx="6762750" cy="4095750"/>
        </p:xfrm>
        <a:graphic xmlns:a="http://schemas.openxmlformats.org/drawingml/2006/main">
          <a:graphicData uri="http://schemas.openxmlformats.org/drawingml/2006/table">
            <a:tbl>
              <a:tblPr/>
              <a:tblGrid>
                <a:gridCol w="2190750"/>
                <a:gridCol w="4572000"/>
              </a:tblGrid>
              <a:tr h="819150">
                <a:tc>
                  <a:txBody>
                    <a:bodyPr/>
                    <a:lstStyle/>
                    <a:p>
                      <a:r>
                        <a:rPr sz="2175" b="1">
                          <a:solidFill>
                            <a:srgbClr val="FFFFFF"/>
                          </a:solidFill>
                          <a:latin typeface="Arial"/>
                          <a:ea typeface="Arial"/>
                          <a:cs typeface="Arial"/>
                        </a:rPr>
                        <a:t>Vai trò</a:t>
                      </a:r>
                    </a:p>
                  </a:txBody>
                  <a:tcPr marL="91440" marR="91440" marT="45720" marB="45720">
                    <a:lnL w="9525">
                      <a:solidFill>
                        <a:srgbClr val="D9E2EB"/>
                      </a:solidFill>
                    </a:lnL>
                    <a:lnT w="9525">
                      <a:solidFill>
                        <a:srgbClr val="D9E2EB"/>
                      </a:solidFill>
                    </a:lnT>
                    <a:solidFill>
                      <a:srgbClr val="0C2038"/>
                    </a:solidFill>
                  </a:tcPr>
                </a:tc>
                <a:tc>
                  <a:txBody>
                    <a:bodyPr/>
                    <a:lstStyle/>
                    <a:p>
                      <a:r>
                        <a:rPr sz="2175" b="1">
                          <a:solidFill>
                            <a:srgbClr val="FFFFFF"/>
                          </a:solidFill>
                          <a:latin typeface="Arial"/>
                          <a:ea typeface="Arial"/>
                          <a:cs typeface="Arial"/>
                        </a:rPr>
                        <a:t>Trách nhiệm chính</a:t>
                      </a:r>
                    </a:p>
                  </a:txBody>
                  <a:tcPr marL="91440" marR="91440" marT="45720" marB="45720">
                    <a:lnR w="9525">
                      <a:solidFill>
                        <a:srgbClr val="D9E2EB"/>
                      </a:solidFill>
                    </a:lnR>
                    <a:lnT w="9525">
                      <a:solidFill>
                        <a:srgbClr val="D9E2EB"/>
                      </a:solidFill>
                    </a:lnT>
                    <a:solidFill>
                      <a:srgbClr val="0C2038"/>
                    </a:solidFill>
                  </a:tcPr>
                </a:tc>
              </a:tr>
              <a:tr h="819150">
                <a:tc>
                  <a:txBody>
                    <a:bodyPr/>
                    <a:lstStyle/>
                    <a:p>
                      <a:r>
                        <a:rPr sz="2175">
                          <a:solidFill>
                            <a:srgbClr val="18324C"/>
                          </a:solidFill>
                          <a:latin typeface="Arial"/>
                          <a:ea typeface="Arial"/>
                          <a:cs typeface="Arial"/>
                        </a:rPr>
                        <a:t>Employee</a:t>
                      </a:r>
                    </a:p>
                  </a:txBody>
                  <a:tcPr marL="91440" marR="91440" marT="45720" marB="45720">
                    <a:lnL w="9525">
                      <a:solidFill>
                        <a:srgbClr val="D9E2EB"/>
                      </a:solidFill>
                    </a:lnL>
                    <a:solidFill>
                      <a:srgbClr val="FFFFFF"/>
                    </a:solidFill>
                  </a:tcPr>
                </a:tc>
                <a:tc>
                  <a:txBody>
                    <a:bodyPr/>
                    <a:lstStyle/>
                    <a:p>
                      <a:r>
                        <a:rPr sz="2175">
                          <a:solidFill>
                            <a:srgbClr val="18324C"/>
                          </a:solidFill>
                          <a:latin typeface="Arial"/>
                          <a:ea typeface="Arial"/>
                          <a:cs typeface="Arial"/>
                        </a:rPr>
                        <a:t>Tạo phiếu và xác nhận kết quả</a:t>
                      </a:r>
                    </a:p>
                  </a:txBody>
                  <a:tcPr marL="91440" marR="91440" marT="45720" marB="45720">
                    <a:lnR w="9525">
                      <a:solidFill>
                        <a:srgbClr val="D9E2EB"/>
                      </a:solidFill>
                    </a:lnR>
                    <a:solidFill>
                      <a:srgbClr val="FFFFFF"/>
                    </a:solidFill>
                  </a:tcPr>
                </a:tc>
              </a:tr>
              <a:tr h="819150">
                <a:tc>
                  <a:txBody>
                    <a:bodyPr/>
                    <a:lstStyle/>
                    <a:p>
                      <a:r>
                        <a:rPr sz="2175">
                          <a:solidFill>
                            <a:srgbClr val="18324C"/>
                          </a:solidFill>
                          <a:latin typeface="Arial"/>
                          <a:ea typeface="Arial"/>
                          <a:cs typeface="Arial"/>
                        </a:rPr>
                        <a:t>IT Staff</a:t>
                      </a:r>
                    </a:p>
                  </a:txBody>
                  <a:tcPr marL="91440" marR="91440" marT="45720" marB="45720">
                    <a:lnL w="9525">
                      <a:solidFill>
                        <a:srgbClr val="D9E2EB"/>
                      </a:solidFill>
                    </a:lnL>
                    <a:solidFill>
                      <a:srgbClr val="F5F8FB"/>
                    </a:solidFill>
                  </a:tcPr>
                </a:tc>
                <a:tc>
                  <a:txBody>
                    <a:bodyPr/>
                    <a:lstStyle/>
                    <a:p>
                      <a:r>
                        <a:rPr sz="2175">
                          <a:solidFill>
                            <a:srgbClr val="18324C"/>
                          </a:solidFill>
                          <a:latin typeface="Arial"/>
                          <a:ea typeface="Arial"/>
                          <a:cs typeface="Arial"/>
                        </a:rPr>
                        <a:t>Xử lý phiếu được giao</a:t>
                      </a:r>
                    </a:p>
                  </a:txBody>
                  <a:tcPr marL="91440" marR="91440" marT="45720" marB="45720">
                    <a:lnR w="9525">
                      <a:solidFill>
                        <a:srgbClr val="D9E2EB"/>
                      </a:solidFill>
                    </a:lnR>
                    <a:solidFill>
                      <a:srgbClr val="F5F8FB"/>
                    </a:solidFill>
                  </a:tcPr>
                </a:tc>
              </a:tr>
              <a:tr h="819150">
                <a:tc>
                  <a:txBody>
                    <a:bodyPr/>
                    <a:lstStyle/>
                    <a:p>
                      <a:r>
                        <a:rPr sz="2175">
                          <a:solidFill>
                            <a:srgbClr val="18324C"/>
                          </a:solidFill>
                          <a:latin typeface="Arial"/>
                          <a:ea typeface="Arial"/>
                          <a:cs typeface="Arial"/>
                        </a:rPr>
                        <a:t>IT Manager</a:t>
                      </a:r>
                    </a:p>
                  </a:txBody>
                  <a:tcPr marL="91440" marR="91440" marT="45720" marB="45720">
                    <a:lnL w="9525">
                      <a:solidFill>
                        <a:srgbClr val="D9E2EB"/>
                      </a:solidFill>
                    </a:lnL>
                    <a:solidFill>
                      <a:srgbClr val="FFFFFF"/>
                    </a:solidFill>
                  </a:tcPr>
                </a:tc>
                <a:tc>
                  <a:txBody>
                    <a:bodyPr/>
                    <a:lstStyle/>
                    <a:p>
                      <a:r>
                        <a:rPr sz="2175">
                          <a:solidFill>
                            <a:srgbClr val="18324C"/>
                          </a:solidFill>
                          <a:latin typeface="Arial"/>
                          <a:ea typeface="Arial"/>
                          <a:cs typeface="Arial"/>
                        </a:rPr>
                        <a:t>Điều phối, SLA và duyệt mở lại</a:t>
                      </a:r>
                    </a:p>
                  </a:txBody>
                  <a:tcPr marL="91440" marR="91440" marT="45720" marB="45720">
                    <a:lnR w="9525">
                      <a:solidFill>
                        <a:srgbClr val="D9E2EB"/>
                      </a:solidFill>
                    </a:lnR>
                    <a:solidFill>
                      <a:srgbClr val="FFFFFF"/>
                    </a:solidFill>
                  </a:tcPr>
                </a:tc>
              </a:tr>
              <a:tr h="819150">
                <a:tc>
                  <a:txBody>
                    <a:bodyPr/>
                    <a:lstStyle/>
                    <a:p>
                      <a:r>
                        <a:rPr sz="2175">
                          <a:solidFill>
                            <a:srgbClr val="18324C"/>
                          </a:solidFill>
                          <a:latin typeface="Arial"/>
                          <a:ea typeface="Arial"/>
                          <a:cs typeface="Arial"/>
                        </a:rPr>
                        <a:t>Admin</a:t>
                      </a:r>
                    </a:p>
                  </a:txBody>
                  <a:tcPr marL="91440" marR="91440" marT="45720" marB="45720">
                    <a:lnL w="9525">
                      <a:solidFill>
                        <a:srgbClr val="D9E2EB"/>
                      </a:solidFill>
                    </a:lnL>
                    <a:lnB w="9525">
                      <a:solidFill>
                        <a:srgbClr val="D9E2EB"/>
                      </a:solidFill>
                    </a:lnB>
                    <a:solidFill>
                      <a:srgbClr val="F5F8FB"/>
                    </a:solidFill>
                  </a:tcPr>
                </a:tc>
                <a:tc>
                  <a:txBody>
                    <a:bodyPr/>
                    <a:lstStyle/>
                    <a:p>
                      <a:r>
                        <a:rPr sz="2175">
                          <a:solidFill>
                            <a:srgbClr val="18324C"/>
                          </a:solidFill>
                          <a:latin typeface="Arial"/>
                          <a:ea typeface="Arial"/>
                          <a:cs typeface="Arial"/>
                        </a:rPr>
                        <a:t>Tài khoản, cấu hình và tra cứu</a:t>
                      </a:r>
                    </a:p>
                  </a:txBody>
                  <a:tcPr marL="91440" marR="91440" marT="45720" marB="45720">
                    <a:lnR w="9525">
                      <a:solidFill>
                        <a:srgbClr val="D9E2EB"/>
                      </a:solidFill>
                    </a:lnR>
                    <a:lnB w="9525">
                      <a:solidFill>
                        <a:srgbClr val="D9E2EB"/>
                      </a:solidFill>
                    </a:lnB>
                    <a:solidFill>
                      <a:srgbClr val="F5F8FB"/>
                    </a:solidFill>
                  </a:tcPr>
                </a:tc>
              </a:tr>
            </a:tbl>
          </a:graphicData>
        </a:graphic>
      </p:graphicFrame>
      <p:sp>
        <p:nvSpPr>
          <p:cNvPr id="8" name="">
            <a:extLst xmlns:a="http://schemas.openxmlformats.org/drawingml/2006/main">
              <a:ext uri="{FF2B5EF4-FFF2-40B4-BE49-F238E27FC236}">
                <a16:creationId xmlns:a16="http://schemas.microsoft.com/office/drawing/2014/main" id="{9A1D47DF-AC57-490E-B7CF-6BF31410C352}"/>
              </a:ext>
            </a:extLst>
          </p:cNvPr>
          <p:cNvSpPr>
            <a:spLocks xmlns:a="http://schemas.openxmlformats.org/drawingml/2006/main" noGrp="1"/>
          </p:cNvSpPr>
          <p:nvPr/>
        </p:nvSpPr>
        <p:spPr>
          <a:xfrm xmlns:a="http://schemas.openxmlformats.org/drawingml/2006/main">
            <a:off x="7667625" y="6477000"/>
            <a:ext cx="676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0758A"/>
                </a:solidFill>
                <a:latin typeface="Arial"/>
                <a:ea typeface="Arial"/>
                <a:cs typeface="Arial"/>
              </a:defRPr>
            </a:defPPr>
            <a:lvl1pPr>
              <a:defRPr sz="2100" b="0">
                <a:solidFill>
                  <a:srgbClr val="60758A"/>
                </a:solidFill>
                <a:latin typeface="Arial"/>
                <a:ea typeface="Arial"/>
                <a:cs typeface="Arial"/>
              </a:defRPr>
            </a:lvl1pPr>
            <a:lvl2pPr>
              <a:defRPr sz="2100" b="0">
                <a:solidFill>
                  <a:srgbClr val="60758A"/>
                </a:solidFill>
                <a:latin typeface="Arial"/>
                <a:ea typeface="Arial"/>
                <a:cs typeface="Arial"/>
              </a:defRPr>
            </a:lvl2pPr>
            <a:lvl3pPr>
              <a:defRPr sz="2100" b="0">
                <a:solidFill>
                  <a:srgbClr val="60758A"/>
                </a:solidFill>
                <a:latin typeface="Arial"/>
                <a:ea typeface="Arial"/>
                <a:cs typeface="Arial"/>
              </a:defRPr>
            </a:lvl3pPr>
            <a:lvl4pPr>
              <a:defRPr sz="2100" b="0">
                <a:solidFill>
                  <a:srgbClr val="60758A"/>
                </a:solidFill>
                <a:latin typeface="Arial"/>
                <a:ea typeface="Arial"/>
                <a:cs typeface="Arial"/>
              </a:defRPr>
            </a:lvl4pPr>
            <a:lvl5pPr>
              <a:defRPr sz="2100" b="0">
                <a:solidFill>
                  <a:srgbClr val="60758A"/>
                </a:solidFill>
                <a:latin typeface="Arial"/>
                <a:ea typeface="Arial"/>
                <a:cs typeface="Arial"/>
              </a:defRPr>
            </a:lvl5pPr>
            <a:lvl6pPr>
              <a:defRPr sz="2100" b="0">
                <a:solidFill>
                  <a:srgbClr val="60758A"/>
                </a:solidFill>
                <a:latin typeface="Arial"/>
                <a:ea typeface="Arial"/>
                <a:cs typeface="Arial"/>
              </a:defRPr>
            </a:lvl6pPr>
            <a:lvl7pPr>
              <a:defRPr sz="2100" b="0">
                <a:solidFill>
                  <a:srgbClr val="60758A"/>
                </a:solidFill>
                <a:latin typeface="Arial"/>
                <a:ea typeface="Arial"/>
                <a:cs typeface="Arial"/>
              </a:defRPr>
            </a:lvl7pPr>
            <a:lvl8pPr>
              <a:defRPr sz="2100" b="0">
                <a:solidFill>
                  <a:srgbClr val="60758A"/>
                </a:solidFill>
                <a:latin typeface="Arial"/>
                <a:ea typeface="Arial"/>
                <a:cs typeface="Arial"/>
              </a:defRPr>
            </a:lvl8pPr>
            <a:lvl9pPr>
              <a:defRPr sz="2100" b="0">
                <a:solidFill>
                  <a:srgbClr val="60758A"/>
                </a:solidFill>
                <a:latin typeface="Arial"/>
                <a:ea typeface="Arial"/>
                <a:cs typeface="Arial"/>
              </a:defRPr>
            </a:lvl9pPr>
          </a:lstStyle>
          <a:p xmlns:a="http://schemas.openxmlformats.org/drawingml/2006/main">
            <a:pPr>
              <a:defRPr sz="2100" b="0">
                <a:solidFill>
                  <a:srgbClr val="60758A"/>
                </a:solidFill>
                <a:latin typeface="Arial"/>
                <a:ea typeface="Arial"/>
                <a:cs typeface="Arial"/>
              </a:defRPr>
            </a:pPr>
            <a:r>
              <a:rPr sz="2100" b="0">
                <a:solidFill>
                  <a:srgbClr val="60758A"/>
                </a:solidFill>
                <a:latin typeface="Arial"/>
                <a:ea typeface="Arial"/>
                <a:cs typeface="Arial"/>
              </a:rPr>
              <a:t>Ngoài phạm vi: sửa máy từ xa tự động, agent endpoint, Active Directory và SOC ngoài lab.</a:t>
            </a:r>
          </a:p>
        </p:txBody>
      </p:sp>
    </p:spTree>
    <p:extLst>
      <p:ext uri="{BB962C8B-B14F-4D97-AF65-F5344CB8AC3E}">
        <p14:creationId xmlns:p14="http://schemas.microsoft.com/office/powerpoint/2010/main" val="76008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6FA2F78-5616-4C0E-8AF8-C227AAF8F0D8}"/>
              </a:ext>
            </a:extLst>
          </p:cNvPr>
          <p:cNvSpPr>
            <a:spLocks xmlns:a="http://schemas.openxmlformats.org/drawingml/2006/main" noGrp="1"/>
          </p:cNvSpPr>
          <p:nvPr/>
        </p:nvSpPr>
        <p:spPr>
          <a:xfrm xmlns:a="http://schemas.openxmlformats.org/drawingml/2006/main">
            <a:off x="762000" y="438150"/>
            <a:ext cx="13668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0C2038"/>
                </a:solidFill>
                <a:latin typeface="Arial"/>
                <a:ea typeface="Arial"/>
                <a:cs typeface="Arial"/>
              </a:defRPr>
            </a:defPPr>
            <a:lvl1pPr>
              <a:defRPr sz="3900" b="1">
                <a:solidFill>
                  <a:srgbClr val="0C2038"/>
                </a:solidFill>
                <a:latin typeface="Arial"/>
                <a:ea typeface="Arial"/>
                <a:cs typeface="Arial"/>
              </a:defRPr>
            </a:lvl1pPr>
            <a:lvl2pPr>
              <a:defRPr sz="3900" b="1">
                <a:solidFill>
                  <a:srgbClr val="0C2038"/>
                </a:solidFill>
                <a:latin typeface="Arial"/>
                <a:ea typeface="Arial"/>
                <a:cs typeface="Arial"/>
              </a:defRPr>
            </a:lvl2pPr>
            <a:lvl3pPr>
              <a:defRPr sz="3900" b="1">
                <a:solidFill>
                  <a:srgbClr val="0C2038"/>
                </a:solidFill>
                <a:latin typeface="Arial"/>
                <a:ea typeface="Arial"/>
                <a:cs typeface="Arial"/>
              </a:defRPr>
            </a:lvl3pPr>
            <a:lvl4pPr>
              <a:defRPr sz="3900" b="1">
                <a:solidFill>
                  <a:srgbClr val="0C2038"/>
                </a:solidFill>
                <a:latin typeface="Arial"/>
                <a:ea typeface="Arial"/>
                <a:cs typeface="Arial"/>
              </a:defRPr>
            </a:lvl4pPr>
            <a:lvl5pPr>
              <a:defRPr sz="3900" b="1">
                <a:solidFill>
                  <a:srgbClr val="0C2038"/>
                </a:solidFill>
                <a:latin typeface="Arial"/>
                <a:ea typeface="Arial"/>
                <a:cs typeface="Arial"/>
              </a:defRPr>
            </a:lvl5pPr>
            <a:lvl6pPr>
              <a:defRPr sz="3900" b="1">
                <a:solidFill>
                  <a:srgbClr val="0C2038"/>
                </a:solidFill>
                <a:latin typeface="Arial"/>
                <a:ea typeface="Arial"/>
                <a:cs typeface="Arial"/>
              </a:defRPr>
            </a:lvl6pPr>
            <a:lvl7pPr>
              <a:defRPr sz="3900" b="1">
                <a:solidFill>
                  <a:srgbClr val="0C2038"/>
                </a:solidFill>
                <a:latin typeface="Arial"/>
                <a:ea typeface="Arial"/>
                <a:cs typeface="Arial"/>
              </a:defRPr>
            </a:lvl7pPr>
            <a:lvl8pPr>
              <a:defRPr sz="3900" b="1">
                <a:solidFill>
                  <a:srgbClr val="0C2038"/>
                </a:solidFill>
                <a:latin typeface="Arial"/>
                <a:ea typeface="Arial"/>
                <a:cs typeface="Arial"/>
              </a:defRPr>
            </a:lvl8pPr>
            <a:lvl9pPr>
              <a:defRPr sz="3900" b="1">
                <a:solidFill>
                  <a:srgbClr val="0C2038"/>
                </a:solidFill>
                <a:latin typeface="Arial"/>
                <a:ea typeface="Arial"/>
                <a:cs typeface="Arial"/>
              </a:defRPr>
            </a:lvl9pPr>
          </a:lstStyle>
          <a:p xmlns:a="http://schemas.openxmlformats.org/drawingml/2006/main">
            <a:pPr>
              <a:defRPr sz="3900" b="1">
                <a:solidFill>
                  <a:srgbClr val="0C2038"/>
                </a:solidFill>
                <a:latin typeface="Arial"/>
                <a:ea typeface="Arial"/>
                <a:cs typeface="Arial"/>
              </a:defRPr>
            </a:pPr>
            <a:r>
              <a:rPr sz="3900" b="1">
                <a:solidFill>
                  <a:srgbClr val="0C2038"/>
                </a:solidFill>
                <a:latin typeface="Arial"/>
                <a:ea typeface="Arial"/>
                <a:cs typeface="Arial"/>
              </a:rPr>
              <a:t>Quy trình xử lý ticket</a:t>
            </a:r>
          </a:p>
        </p:txBody>
      </p:sp>
      <p:sp>
        <p:nvSpPr>
          <p:cNvPr id="3" name="">
            <a:extLst xmlns:a="http://schemas.openxmlformats.org/drawingml/2006/main">
              <a:ext uri="{FF2B5EF4-FFF2-40B4-BE49-F238E27FC236}">
                <a16:creationId xmlns:a16="http://schemas.microsoft.com/office/drawing/2014/main" id="{DA23A0EE-55DA-4FCC-8509-BDAABBA8C2C9}"/>
              </a:ext>
            </a:extLst>
          </p:cNvPr>
          <p:cNvSpPr>
            <a:spLocks xmlns:a="http://schemas.openxmlformats.org/drawingml/2006/main" noGrp="1"/>
          </p:cNvSpPr>
          <p:nvPr/>
        </p:nvSpPr>
        <p:spPr>
          <a:xfrm xmlns:a="http://schemas.openxmlformats.org/drawingml/2006/main">
            <a:off x="13696950" y="812482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0758A"/>
                </a:solidFill>
                <a:latin typeface="Arial"/>
                <a:ea typeface="Arial"/>
                <a:cs typeface="Arial"/>
              </a:defRPr>
            </a:defPPr>
            <a:lvl1pPr>
              <a:defRPr sz="1425" b="0">
                <a:solidFill>
                  <a:srgbClr val="60758A"/>
                </a:solidFill>
                <a:latin typeface="Arial"/>
                <a:ea typeface="Arial"/>
                <a:cs typeface="Arial"/>
              </a:defRPr>
            </a:lvl1pPr>
            <a:lvl2pPr>
              <a:defRPr sz="1425" b="0">
                <a:solidFill>
                  <a:srgbClr val="60758A"/>
                </a:solidFill>
                <a:latin typeface="Arial"/>
                <a:ea typeface="Arial"/>
                <a:cs typeface="Arial"/>
              </a:defRPr>
            </a:lvl2pPr>
            <a:lvl3pPr>
              <a:defRPr sz="1425" b="0">
                <a:solidFill>
                  <a:srgbClr val="60758A"/>
                </a:solidFill>
                <a:latin typeface="Arial"/>
                <a:ea typeface="Arial"/>
                <a:cs typeface="Arial"/>
              </a:defRPr>
            </a:lvl3pPr>
            <a:lvl4pPr>
              <a:defRPr sz="1425" b="0">
                <a:solidFill>
                  <a:srgbClr val="60758A"/>
                </a:solidFill>
                <a:latin typeface="Arial"/>
                <a:ea typeface="Arial"/>
                <a:cs typeface="Arial"/>
              </a:defRPr>
            </a:lvl4pPr>
            <a:lvl5pPr>
              <a:defRPr sz="1425" b="0">
                <a:solidFill>
                  <a:srgbClr val="60758A"/>
                </a:solidFill>
                <a:latin typeface="Arial"/>
                <a:ea typeface="Arial"/>
                <a:cs typeface="Arial"/>
              </a:defRPr>
            </a:lvl5pPr>
            <a:lvl6pPr>
              <a:defRPr sz="1425" b="0">
                <a:solidFill>
                  <a:srgbClr val="60758A"/>
                </a:solidFill>
                <a:latin typeface="Arial"/>
                <a:ea typeface="Arial"/>
                <a:cs typeface="Arial"/>
              </a:defRPr>
            </a:lvl6pPr>
            <a:lvl7pPr>
              <a:defRPr sz="1425" b="0">
                <a:solidFill>
                  <a:srgbClr val="60758A"/>
                </a:solidFill>
                <a:latin typeface="Arial"/>
                <a:ea typeface="Arial"/>
                <a:cs typeface="Arial"/>
              </a:defRPr>
            </a:lvl7pPr>
            <a:lvl8pPr>
              <a:defRPr sz="1425" b="0">
                <a:solidFill>
                  <a:srgbClr val="60758A"/>
                </a:solidFill>
                <a:latin typeface="Arial"/>
                <a:ea typeface="Arial"/>
                <a:cs typeface="Arial"/>
              </a:defRPr>
            </a:lvl8pPr>
            <a:lvl9pPr>
              <a:defRPr sz="1425" b="0">
                <a:solidFill>
                  <a:srgbClr val="60758A"/>
                </a:solidFill>
                <a:latin typeface="Arial"/>
                <a:ea typeface="Arial"/>
                <a:cs typeface="Arial"/>
              </a:defRPr>
            </a:lvl9pPr>
          </a:lstStyle>
          <a:p xmlns:a="http://schemas.openxmlformats.org/drawingml/2006/main">
            <a:pPr>
              <a:defRPr sz="1425" b="0">
                <a:solidFill>
                  <a:srgbClr val="60758A"/>
                </a:solidFill>
                <a:latin typeface="Arial"/>
                <a:ea typeface="Arial"/>
                <a:cs typeface="Arial"/>
              </a:defRPr>
            </a:pPr>
            <a:r>
              <a:rPr sz="1425" b="0">
                <a:solidFill>
                  <a:srgbClr val="60758A"/>
                </a:solidFill>
                <a:latin typeface="Arial"/>
                <a:ea typeface="Arial"/>
                <a:cs typeface="Arial"/>
              </a:rPr>
              <a:t>04 / 12</a:t>
            </a:r>
          </a:p>
        </p:txBody>
      </p:sp>
      <p:graphicFrame>
        <p:nvGraphicFramePr>
          <p:cNvPr id="4" name="">
            <a:extLst xmlns:a="http://schemas.openxmlformats.org/drawingml/2006/main">
              <a:ext uri="{FF2B5EF4-FFF2-40B4-BE49-F238E27FC236}">
                <a16:creationId xmlns:a16="http://schemas.microsoft.com/office/drawing/2014/main" id="{1D2B9716-5845-4930-B183-91F47ECDB382}"/>
              </a:ext>
            </a:extLst>
          </p:cNvPr>
          <p:cNvGraphicFramePr/>
          <p:nvPr/>
        </p:nvGraphicFramePr>
        <p:xfrm>
          <a:off xmlns:a="http://schemas.openxmlformats.org/drawingml/2006/main" x="781050" y="1752600"/>
          <a:ext xmlns:a="http://schemas.openxmlformats.org/drawingml/2006/main" cx="13639800" cy="4114800"/>
        </p:xfrm>
        <a:graphic xmlns:a="http://schemas.openxmlformats.org/drawingml/2006/main">
          <a:graphicData uri="http://schemas.openxmlformats.org/drawingml/2006/table">
            <a:tbl>
              <a:tblPr/>
              <a:tblGrid>
                <a:gridCol w="2571750"/>
                <a:gridCol w="6191250"/>
                <a:gridCol w="4876800"/>
              </a:tblGrid>
              <a:tr h="1028700">
                <a:tc>
                  <a:txBody>
                    <a:bodyPr/>
                    <a:lstStyle/>
                    <a:p>
                      <a:r>
                        <a:rPr sz="2250" b="1">
                          <a:solidFill>
                            <a:srgbClr val="FFFFFF"/>
                          </a:solidFill>
                          <a:latin typeface="Arial"/>
                          <a:ea typeface="Arial"/>
                          <a:cs typeface="Arial"/>
                        </a:rPr>
                        <a:t>Giai đoạn</a:t>
                      </a:r>
                    </a:p>
                  </a:txBody>
                  <a:tcPr marL="91440" marR="91440" marT="45720" marB="45720">
                    <a:lnL w="9525">
                      <a:solidFill>
                        <a:srgbClr val="D9E2EB"/>
                      </a:solidFill>
                    </a:lnL>
                    <a:lnT w="9525">
                      <a:solidFill>
                        <a:srgbClr val="D9E2EB"/>
                      </a:solidFill>
                    </a:lnT>
                    <a:solidFill>
                      <a:srgbClr val="0C2038"/>
                    </a:solidFill>
                  </a:tcPr>
                </a:tc>
                <a:tc>
                  <a:txBody>
                    <a:bodyPr/>
                    <a:lstStyle/>
                    <a:p>
                      <a:r>
                        <a:rPr sz="2250" b="1">
                          <a:solidFill>
                            <a:srgbClr val="FFFFFF"/>
                          </a:solidFill>
                          <a:latin typeface="Arial"/>
                          <a:ea typeface="Arial"/>
                          <a:cs typeface="Arial"/>
                        </a:rPr>
                        <a:t>Người thực hiện</a:t>
                      </a:r>
                    </a:p>
                  </a:txBody>
                  <a:tcPr marL="91440" marR="91440" marT="45720" marB="45720">
                    <a:lnT w="9525">
                      <a:solidFill>
                        <a:srgbClr val="D9E2EB"/>
                      </a:solidFill>
                    </a:lnT>
                    <a:solidFill>
                      <a:srgbClr val="0C2038"/>
                    </a:solidFill>
                  </a:tcPr>
                </a:tc>
                <a:tc>
                  <a:txBody>
                    <a:bodyPr/>
                    <a:lstStyle/>
                    <a:p>
                      <a:r>
                        <a:rPr sz="2250" b="1">
                          <a:solidFill>
                            <a:srgbClr val="FFFFFF"/>
                          </a:solidFill>
                          <a:latin typeface="Arial"/>
                          <a:ea typeface="Arial"/>
                          <a:cs typeface="Arial"/>
                        </a:rPr>
                        <a:t>Kết quả</a:t>
                      </a:r>
                    </a:p>
                  </a:txBody>
                  <a:tcPr marL="91440" marR="91440" marT="45720" marB="45720">
                    <a:lnR w="9525">
                      <a:solidFill>
                        <a:srgbClr val="D9E2EB"/>
                      </a:solidFill>
                    </a:lnR>
                    <a:lnT w="9525">
                      <a:solidFill>
                        <a:srgbClr val="D9E2EB"/>
                      </a:solidFill>
                    </a:lnT>
                    <a:solidFill>
                      <a:srgbClr val="0C2038"/>
                    </a:solidFill>
                  </a:tcPr>
                </a:tc>
              </a:tr>
              <a:tr h="1028700">
                <a:tc>
                  <a:txBody>
                    <a:bodyPr/>
                    <a:lstStyle/>
                    <a:p>
                      <a:r>
                        <a:rPr sz="2250">
                          <a:solidFill>
                            <a:srgbClr val="18324C"/>
                          </a:solidFill>
                          <a:latin typeface="Arial"/>
                          <a:ea typeface="Arial"/>
                          <a:cs typeface="Arial"/>
                        </a:rPr>
                        <a:t>Tiếp nhận</a:t>
                      </a:r>
                    </a:p>
                  </a:txBody>
                  <a:tcPr marL="91440" marR="91440" marT="45720" marB="45720">
                    <a:lnL w="9525">
                      <a:solidFill>
                        <a:srgbClr val="D9E2EB"/>
                      </a:solidFill>
                    </a:lnL>
                    <a:solidFill>
                      <a:srgbClr val="FFFFFF"/>
                    </a:solidFill>
                  </a:tcPr>
                </a:tc>
                <a:tc>
                  <a:txBody>
                    <a:bodyPr/>
                    <a:lstStyle/>
                    <a:p>
                      <a:r>
                        <a:rPr sz="2250">
                          <a:solidFill>
                            <a:srgbClr val="18324C"/>
                          </a:solidFill>
                          <a:latin typeface="Arial"/>
                          <a:ea typeface="Arial"/>
                          <a:cs typeface="Arial"/>
                        </a:rPr>
                        <a:t>Employee tạo phiếu</a:t>
                      </a:r>
                    </a:p>
                    <a:p>
                      <a:r>
                        <a:rPr sz="2250">
                          <a:solidFill>
                            <a:srgbClr val="18324C"/>
                          </a:solidFill>
                          <a:latin typeface="Arial"/>
                          <a:ea typeface="Arial"/>
                          <a:cs typeface="Arial"/>
                        </a:rPr>
                        <a:t>Manager phân công</a:t>
                      </a:r>
                    </a:p>
                  </a:txBody>
                  <a:tcPr marL="91440" marR="91440" marT="45720" marB="45720">
                    <a:solidFill>
                      <a:srgbClr val="FFFFFF"/>
                    </a:solidFill>
                  </a:tcPr>
                </a:tc>
                <a:tc>
                  <a:txBody>
                    <a:bodyPr/>
                    <a:lstStyle/>
                    <a:p>
                      <a:r>
                        <a:rPr sz="2250">
                          <a:solidFill>
                            <a:srgbClr val="18324C"/>
                          </a:solidFill>
                          <a:latin typeface="Arial"/>
                          <a:ea typeface="Arial"/>
                          <a:cs typeface="Arial"/>
                        </a:rPr>
                        <a:t>New, sau đó Assigned</a:t>
                      </a:r>
                    </a:p>
                  </a:txBody>
                  <a:tcPr marL="91440" marR="91440" marT="45720" marB="45720">
                    <a:lnR w="9525">
                      <a:solidFill>
                        <a:srgbClr val="D9E2EB"/>
                      </a:solidFill>
                    </a:lnR>
                    <a:solidFill>
                      <a:srgbClr val="FFFFFF"/>
                    </a:solidFill>
                  </a:tcPr>
                </a:tc>
              </a:tr>
              <a:tr h="1028700">
                <a:tc>
                  <a:txBody>
                    <a:bodyPr/>
                    <a:lstStyle/>
                    <a:p>
                      <a:r>
                        <a:rPr sz="2250">
                          <a:solidFill>
                            <a:srgbClr val="18324C"/>
                          </a:solidFill>
                          <a:latin typeface="Arial"/>
                          <a:ea typeface="Arial"/>
                          <a:cs typeface="Arial"/>
                        </a:rPr>
                        <a:t>Xử lý</a:t>
                      </a:r>
                    </a:p>
                  </a:txBody>
                  <a:tcPr marL="91440" marR="91440" marT="45720" marB="45720">
                    <a:lnL w="9525">
                      <a:solidFill>
                        <a:srgbClr val="D9E2EB"/>
                      </a:solidFill>
                    </a:lnL>
                    <a:solidFill>
                      <a:srgbClr val="F5F8FB"/>
                    </a:solidFill>
                  </a:tcPr>
                </a:tc>
                <a:tc>
                  <a:txBody>
                    <a:bodyPr/>
                    <a:lstStyle/>
                    <a:p>
                      <a:r>
                        <a:rPr sz="2250">
                          <a:solidFill>
                            <a:srgbClr val="18324C"/>
                          </a:solidFill>
                          <a:latin typeface="Arial"/>
                          <a:ea typeface="Arial"/>
                          <a:cs typeface="Arial"/>
                        </a:rPr>
                        <a:t>Staff tiếp nhận và sửa lỗi</a:t>
                      </a:r>
                    </a:p>
                    <a:p>
                      <a:r>
                        <a:rPr sz="2250">
                          <a:solidFill>
                            <a:srgbClr val="18324C"/>
                          </a:solidFill>
                          <a:latin typeface="Arial"/>
                          <a:ea typeface="Arial"/>
                          <a:cs typeface="Arial"/>
                        </a:rPr>
                        <a:t>Ghi giải pháp ít nhất 20 ký tự</a:t>
                      </a:r>
                    </a:p>
                  </a:txBody>
                  <a:tcPr marL="91440" marR="91440" marT="45720" marB="45720">
                    <a:solidFill>
                      <a:srgbClr val="F5F8FB"/>
                    </a:solidFill>
                  </a:tcPr>
                </a:tc>
                <a:tc>
                  <a:txBody>
                    <a:bodyPr/>
                    <a:lstStyle/>
                    <a:p>
                      <a:r>
                        <a:rPr sz="2250">
                          <a:solidFill>
                            <a:srgbClr val="18324C"/>
                          </a:solidFill>
                          <a:latin typeface="Arial"/>
                          <a:ea typeface="Arial"/>
                          <a:cs typeface="Arial"/>
                        </a:rPr>
                        <a:t>In Progress, sau đó Resolved</a:t>
                      </a:r>
                    </a:p>
                  </a:txBody>
                  <a:tcPr marL="91440" marR="91440" marT="45720" marB="45720">
                    <a:lnR w="9525">
                      <a:solidFill>
                        <a:srgbClr val="D9E2EB"/>
                      </a:solidFill>
                    </a:lnR>
                    <a:solidFill>
                      <a:srgbClr val="F5F8FB"/>
                    </a:solidFill>
                  </a:tcPr>
                </a:tc>
              </a:tr>
              <a:tr h="1028700">
                <a:tc>
                  <a:txBody>
                    <a:bodyPr/>
                    <a:lstStyle/>
                    <a:p>
                      <a:r>
                        <a:rPr sz="2250">
                          <a:solidFill>
                            <a:srgbClr val="18324C"/>
                          </a:solidFill>
                          <a:latin typeface="Arial"/>
                          <a:ea typeface="Arial"/>
                          <a:cs typeface="Arial"/>
                        </a:rPr>
                        <a:t>Xác nhận</a:t>
                      </a:r>
                    </a:p>
                  </a:txBody>
                  <a:tcPr marL="91440" marR="91440" marT="45720" marB="45720">
                    <a:lnL w="9525">
                      <a:solidFill>
                        <a:srgbClr val="D9E2EB"/>
                      </a:solidFill>
                    </a:lnL>
                    <a:lnB w="9525">
                      <a:solidFill>
                        <a:srgbClr val="D9E2EB"/>
                      </a:solidFill>
                    </a:lnB>
                    <a:solidFill>
                      <a:srgbClr val="FFFFFF"/>
                    </a:solidFill>
                  </a:tcPr>
                </a:tc>
                <a:tc>
                  <a:txBody>
                    <a:bodyPr/>
                    <a:lstStyle/>
                    <a:p>
                      <a:r>
                        <a:rPr sz="2250">
                          <a:solidFill>
                            <a:srgbClr val="18324C"/>
                          </a:solidFill>
                          <a:latin typeface="Arial"/>
                          <a:ea typeface="Arial"/>
                          <a:cs typeface="Arial"/>
                        </a:rPr>
                        <a:t>Chủ phiếu hoặc Manager đóng</a:t>
                      </a:r>
                    </a:p>
                    <a:p>
                      <a:r>
                        <a:rPr sz="2250">
                          <a:solidFill>
                            <a:srgbClr val="18324C"/>
                          </a:solidFill>
                          <a:latin typeface="Arial"/>
                          <a:ea typeface="Arial"/>
                          <a:cs typeface="Arial"/>
                        </a:rPr>
                        <a:t>Employee yêu cầu mở lại khi chưa ổn</a:t>
                      </a:r>
                    </a:p>
                  </a:txBody>
                  <a:tcPr marL="91440" marR="91440" marT="45720" marB="45720">
                    <a:lnB w="9525">
                      <a:solidFill>
                        <a:srgbClr val="D9E2EB"/>
                      </a:solidFill>
                    </a:lnB>
                    <a:solidFill>
                      <a:srgbClr val="FFFFFF"/>
                    </a:solidFill>
                  </a:tcPr>
                </a:tc>
                <a:tc>
                  <a:txBody>
                    <a:bodyPr/>
                    <a:lstStyle/>
                    <a:p>
                      <a:r>
                        <a:rPr sz="2250">
                          <a:solidFill>
                            <a:srgbClr val="18324C"/>
                          </a:solidFill>
                          <a:latin typeface="Arial"/>
                          <a:ea typeface="Arial"/>
                          <a:cs typeface="Arial"/>
                        </a:rPr>
                        <a:t>Closed hoặc request chờ duyệt</a:t>
                      </a:r>
                    </a:p>
                  </a:txBody>
                  <a:tcPr marL="91440" marR="91440" marT="45720" marB="45720">
                    <a:lnR w="9525">
                      <a:solidFill>
                        <a:srgbClr val="D9E2EB"/>
                      </a:solidFill>
                    </a:lnR>
                    <a:lnB w="9525">
                      <a:solidFill>
                        <a:srgbClr val="D9E2EB"/>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22B824C-3707-4A62-8298-94B0162BBC0B}"/>
              </a:ext>
            </a:extLst>
          </p:cNvPr>
          <p:cNvSpPr>
            <a:spLocks xmlns:a="http://schemas.openxmlformats.org/drawingml/2006/main" noGrp="1"/>
          </p:cNvSpPr>
          <p:nvPr/>
        </p:nvSpPr>
        <p:spPr>
          <a:xfrm xmlns:a="http://schemas.openxmlformats.org/drawingml/2006/main">
            <a:off x="790575" y="6286500"/>
            <a:ext cx="13335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87F8C"/>
                </a:solidFill>
                <a:latin typeface="Arial"/>
                <a:ea typeface="Arial"/>
                <a:cs typeface="Arial"/>
              </a:defRPr>
            </a:defPPr>
            <a:lvl1pPr>
              <a:defRPr sz="2550" b="1">
                <a:solidFill>
                  <a:srgbClr val="087F8C"/>
                </a:solidFill>
                <a:latin typeface="Arial"/>
                <a:ea typeface="Arial"/>
                <a:cs typeface="Arial"/>
              </a:defRPr>
            </a:lvl1pPr>
            <a:lvl2pPr>
              <a:defRPr sz="2550" b="1">
                <a:solidFill>
                  <a:srgbClr val="087F8C"/>
                </a:solidFill>
                <a:latin typeface="Arial"/>
                <a:ea typeface="Arial"/>
                <a:cs typeface="Arial"/>
              </a:defRPr>
            </a:lvl2pPr>
            <a:lvl3pPr>
              <a:defRPr sz="2550" b="1">
                <a:solidFill>
                  <a:srgbClr val="087F8C"/>
                </a:solidFill>
                <a:latin typeface="Arial"/>
                <a:ea typeface="Arial"/>
                <a:cs typeface="Arial"/>
              </a:defRPr>
            </a:lvl3pPr>
            <a:lvl4pPr>
              <a:defRPr sz="2550" b="1">
                <a:solidFill>
                  <a:srgbClr val="087F8C"/>
                </a:solidFill>
                <a:latin typeface="Arial"/>
                <a:ea typeface="Arial"/>
                <a:cs typeface="Arial"/>
              </a:defRPr>
            </a:lvl4pPr>
            <a:lvl5pPr>
              <a:defRPr sz="2550" b="1">
                <a:solidFill>
                  <a:srgbClr val="087F8C"/>
                </a:solidFill>
                <a:latin typeface="Arial"/>
                <a:ea typeface="Arial"/>
                <a:cs typeface="Arial"/>
              </a:defRPr>
            </a:lvl5pPr>
            <a:lvl6pPr>
              <a:defRPr sz="2550" b="1">
                <a:solidFill>
                  <a:srgbClr val="087F8C"/>
                </a:solidFill>
                <a:latin typeface="Arial"/>
                <a:ea typeface="Arial"/>
                <a:cs typeface="Arial"/>
              </a:defRPr>
            </a:lvl6pPr>
            <a:lvl7pPr>
              <a:defRPr sz="2550" b="1">
                <a:solidFill>
                  <a:srgbClr val="087F8C"/>
                </a:solidFill>
                <a:latin typeface="Arial"/>
                <a:ea typeface="Arial"/>
                <a:cs typeface="Arial"/>
              </a:defRPr>
            </a:lvl7pPr>
            <a:lvl8pPr>
              <a:defRPr sz="2550" b="1">
                <a:solidFill>
                  <a:srgbClr val="087F8C"/>
                </a:solidFill>
                <a:latin typeface="Arial"/>
                <a:ea typeface="Arial"/>
                <a:cs typeface="Arial"/>
              </a:defRPr>
            </a:lvl8pPr>
            <a:lvl9pPr>
              <a:defRPr sz="2550" b="1">
                <a:solidFill>
                  <a:srgbClr val="087F8C"/>
                </a:solidFill>
                <a:latin typeface="Arial"/>
                <a:ea typeface="Arial"/>
                <a:cs typeface="Arial"/>
              </a:defRPr>
            </a:lvl9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Mở lại từ Resolved trong 7 ngày, kèm lý do và qua Manager xét duyệt</a:t>
            </a:r>
          </a:p>
        </p:txBody>
      </p:sp>
      <p:sp>
        <p:nvSpPr>
          <p:cNvPr id="6" name="">
            <a:extLst xmlns:a="http://schemas.openxmlformats.org/drawingml/2006/main">
              <a:ext uri="{FF2B5EF4-FFF2-40B4-BE49-F238E27FC236}">
                <a16:creationId xmlns:a16="http://schemas.microsoft.com/office/drawing/2014/main" id="{0398E035-D9A2-4E20-A69C-C9A639AD75B1}"/>
              </a:ext>
            </a:extLst>
          </p:cNvPr>
          <p:cNvSpPr>
            <a:spLocks xmlns:a="http://schemas.openxmlformats.org/drawingml/2006/main" noGrp="1"/>
          </p:cNvSpPr>
          <p:nvPr/>
        </p:nvSpPr>
        <p:spPr>
          <a:xfrm xmlns:a="http://schemas.openxmlformats.org/drawingml/2006/main">
            <a:off x="790575" y="7162800"/>
            <a:ext cx="13335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0758A"/>
                </a:solidFill>
                <a:latin typeface="Arial"/>
                <a:ea typeface="Arial"/>
                <a:cs typeface="Arial"/>
              </a:defRPr>
            </a:defPPr>
            <a:lvl1pPr>
              <a:defRPr sz="2175" b="0">
                <a:solidFill>
                  <a:srgbClr val="60758A"/>
                </a:solidFill>
                <a:latin typeface="Arial"/>
                <a:ea typeface="Arial"/>
                <a:cs typeface="Arial"/>
              </a:defRPr>
            </a:lvl1pPr>
            <a:lvl2pPr>
              <a:defRPr sz="2175" b="0">
                <a:solidFill>
                  <a:srgbClr val="60758A"/>
                </a:solidFill>
                <a:latin typeface="Arial"/>
                <a:ea typeface="Arial"/>
                <a:cs typeface="Arial"/>
              </a:defRPr>
            </a:lvl2pPr>
            <a:lvl3pPr>
              <a:defRPr sz="2175" b="0">
                <a:solidFill>
                  <a:srgbClr val="60758A"/>
                </a:solidFill>
                <a:latin typeface="Arial"/>
                <a:ea typeface="Arial"/>
                <a:cs typeface="Arial"/>
              </a:defRPr>
            </a:lvl3pPr>
            <a:lvl4pPr>
              <a:defRPr sz="2175" b="0">
                <a:solidFill>
                  <a:srgbClr val="60758A"/>
                </a:solidFill>
                <a:latin typeface="Arial"/>
                <a:ea typeface="Arial"/>
                <a:cs typeface="Arial"/>
              </a:defRPr>
            </a:lvl4pPr>
            <a:lvl5pPr>
              <a:defRPr sz="2175" b="0">
                <a:solidFill>
                  <a:srgbClr val="60758A"/>
                </a:solidFill>
                <a:latin typeface="Arial"/>
                <a:ea typeface="Arial"/>
                <a:cs typeface="Arial"/>
              </a:defRPr>
            </a:lvl5pPr>
            <a:lvl6pPr>
              <a:defRPr sz="2175" b="0">
                <a:solidFill>
                  <a:srgbClr val="60758A"/>
                </a:solidFill>
                <a:latin typeface="Arial"/>
                <a:ea typeface="Arial"/>
                <a:cs typeface="Arial"/>
              </a:defRPr>
            </a:lvl6pPr>
            <a:lvl7pPr>
              <a:defRPr sz="2175" b="0">
                <a:solidFill>
                  <a:srgbClr val="60758A"/>
                </a:solidFill>
                <a:latin typeface="Arial"/>
                <a:ea typeface="Arial"/>
                <a:cs typeface="Arial"/>
              </a:defRPr>
            </a:lvl7pPr>
            <a:lvl8pPr>
              <a:defRPr sz="2175" b="0">
                <a:solidFill>
                  <a:srgbClr val="60758A"/>
                </a:solidFill>
                <a:latin typeface="Arial"/>
                <a:ea typeface="Arial"/>
                <a:cs typeface="Arial"/>
              </a:defRPr>
            </a:lvl8pPr>
            <a:lvl9pPr>
              <a:defRPr sz="2175" b="0">
                <a:solidFill>
                  <a:srgbClr val="60758A"/>
                </a:solidFill>
                <a:latin typeface="Arial"/>
                <a:ea typeface="Arial"/>
                <a:cs typeface="Arial"/>
              </a:defRPr>
            </a:lvl9pPr>
          </a:lstStyle>
          <a:p xmlns:a="http://schemas.openxmlformats.org/drawingml/2006/main">
            <a:pPr>
              <a:defRPr sz="2175" b="0">
                <a:solidFill>
                  <a:srgbClr val="60758A"/>
                </a:solidFill>
                <a:latin typeface="Arial"/>
                <a:ea typeface="Arial"/>
                <a:cs typeface="Arial"/>
              </a:defRPr>
            </a:pPr>
            <a:r>
              <a:rPr sz="2175" b="0">
                <a:solidFill>
                  <a:srgbClr val="60758A"/>
                </a:solidFill>
                <a:latin typeface="Arial"/>
                <a:ea typeface="Arial"/>
                <a:cs typeface="Arial"/>
              </a:rPr>
              <a:t>Closed là trạng thái cuối. Nhánh Reopen/SLA và ảnh flow cần nhóm đồng bộ trước baseline.</a:t>
            </a:r>
          </a:p>
        </p:txBody>
      </p:sp>
    </p:spTree>
    <p:extLst>
      <p:ext uri="{BB962C8B-B14F-4D97-AF65-F5344CB8AC3E}">
        <p14:creationId xmlns:p14="http://schemas.microsoft.com/office/powerpoint/2010/main" val="169415949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17913D6-AC94-4656-826B-23632950F1AE}"/>
              </a:ext>
            </a:extLst>
          </p:cNvPr>
          <p:cNvSpPr>
            <a:spLocks xmlns:a="http://schemas.openxmlformats.org/drawingml/2006/main" noGrp="1"/>
          </p:cNvSpPr>
          <p:nvPr/>
        </p:nvSpPr>
        <p:spPr>
          <a:xfrm xmlns:a="http://schemas.openxmlformats.org/drawingml/2006/main">
            <a:off x="13696950" y="812482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0758A"/>
                </a:solidFill>
                <a:latin typeface="Arial"/>
                <a:ea typeface="Arial"/>
                <a:cs typeface="Arial"/>
              </a:defRPr>
            </a:defPPr>
            <a:lvl1pPr>
              <a:defRPr sz="1425" b="0">
                <a:solidFill>
                  <a:srgbClr val="60758A"/>
                </a:solidFill>
                <a:latin typeface="Arial"/>
                <a:ea typeface="Arial"/>
                <a:cs typeface="Arial"/>
              </a:defRPr>
            </a:lvl1pPr>
            <a:lvl2pPr>
              <a:defRPr sz="1425" b="0">
                <a:solidFill>
                  <a:srgbClr val="60758A"/>
                </a:solidFill>
                <a:latin typeface="Arial"/>
                <a:ea typeface="Arial"/>
                <a:cs typeface="Arial"/>
              </a:defRPr>
            </a:lvl2pPr>
            <a:lvl3pPr>
              <a:defRPr sz="1425" b="0">
                <a:solidFill>
                  <a:srgbClr val="60758A"/>
                </a:solidFill>
                <a:latin typeface="Arial"/>
                <a:ea typeface="Arial"/>
                <a:cs typeface="Arial"/>
              </a:defRPr>
            </a:lvl3pPr>
            <a:lvl4pPr>
              <a:defRPr sz="1425" b="0">
                <a:solidFill>
                  <a:srgbClr val="60758A"/>
                </a:solidFill>
                <a:latin typeface="Arial"/>
                <a:ea typeface="Arial"/>
                <a:cs typeface="Arial"/>
              </a:defRPr>
            </a:lvl4pPr>
            <a:lvl5pPr>
              <a:defRPr sz="1425" b="0">
                <a:solidFill>
                  <a:srgbClr val="60758A"/>
                </a:solidFill>
                <a:latin typeface="Arial"/>
                <a:ea typeface="Arial"/>
                <a:cs typeface="Arial"/>
              </a:defRPr>
            </a:lvl5pPr>
            <a:lvl6pPr>
              <a:defRPr sz="1425" b="0">
                <a:solidFill>
                  <a:srgbClr val="60758A"/>
                </a:solidFill>
                <a:latin typeface="Arial"/>
                <a:ea typeface="Arial"/>
                <a:cs typeface="Arial"/>
              </a:defRPr>
            </a:lvl6pPr>
            <a:lvl7pPr>
              <a:defRPr sz="1425" b="0">
                <a:solidFill>
                  <a:srgbClr val="60758A"/>
                </a:solidFill>
                <a:latin typeface="Arial"/>
                <a:ea typeface="Arial"/>
                <a:cs typeface="Arial"/>
              </a:defRPr>
            </a:lvl7pPr>
            <a:lvl8pPr>
              <a:defRPr sz="1425" b="0">
                <a:solidFill>
                  <a:srgbClr val="60758A"/>
                </a:solidFill>
                <a:latin typeface="Arial"/>
                <a:ea typeface="Arial"/>
                <a:cs typeface="Arial"/>
              </a:defRPr>
            </a:lvl8pPr>
            <a:lvl9pPr>
              <a:defRPr sz="1425" b="0">
                <a:solidFill>
                  <a:srgbClr val="60758A"/>
                </a:solidFill>
                <a:latin typeface="Arial"/>
                <a:ea typeface="Arial"/>
                <a:cs typeface="Arial"/>
              </a:defRPr>
            </a:lvl9pPr>
          </a:lstStyle>
          <a:p xmlns:a="http://schemas.openxmlformats.org/drawingml/2006/main">
            <a:pPr>
              <a:defRPr sz="1425" b="0">
                <a:solidFill>
                  <a:srgbClr val="60758A"/>
                </a:solidFill>
                <a:latin typeface="Arial"/>
                <a:ea typeface="Arial"/>
                <a:cs typeface="Arial"/>
              </a:defRPr>
            </a:pPr>
            <a:r>
              <a:rPr sz="1425" b="0">
                <a:solidFill>
                  <a:srgbClr val="60758A"/>
                </a:solidFill>
                <a:latin typeface="Arial"/>
                <a:ea typeface="Arial"/>
                <a:cs typeface="Arial"/>
              </a:rPr>
              <a:t>05 / 12</a:t>
            </a:r>
          </a:p>
        </p:txBody>
      </p:sp>
      <p:pic>
        <p:nvPicPr>
          <p:cNvPr id="3" name="">
            <a:extLst xmlns:a="http://schemas.openxmlformats.org/drawingml/2006/main">
              <a:ext uri="{FF2B5EF4-FFF2-40B4-BE49-F238E27FC236}">
                <a16:creationId xmlns:a16="http://schemas.microsoft.com/office/drawing/2014/main" id="{C963FC34-EBDE-4BB6-9371-87A1EEBE4F72}"/>
              </a:ext>
            </a:extLst>
          </p:cNvPr>
          <p:cNvPicPr>
            <a:picLocks xmlns:a="http://schemas.openxmlformats.org/drawingml/2006/main" noChangeAspect="1"/>
          </p:cNvPicPr>
          <p:nvPr/>
        </p:nvPicPr>
        <p:blipFill>
          <a:blip xmlns:r="http://schemas.openxmlformats.org/officeDocument/2006/relationships" xmlns:a="http://schemas.openxmlformats.org/drawingml/2006/main" r:embed="Ref8a96ffbf444a4b"/>
          <a:stretch xmlns:a="http://schemas.openxmlformats.org/drawingml/2006/main"/>
        </p:blipFill>
        <p:spPr>
          <a:xfrm xmlns:a="http://schemas.openxmlformats.org/drawingml/2006/main">
            <a:off x="1840608" y="266700"/>
            <a:ext cx="11568308" cy="7677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B260954-790D-40F6-B35B-5B8BF2951291}"/>
              </a:ext>
            </a:extLst>
          </p:cNvPr>
          <p:cNvSpPr>
            <a:spLocks xmlns:a="http://schemas.openxmlformats.org/drawingml/2006/main" noGrp="1"/>
          </p:cNvSpPr>
          <p:nvPr/>
        </p:nvSpPr>
        <p:spPr>
          <a:xfrm xmlns:a="http://schemas.openxmlformats.org/drawingml/2006/main">
            <a:off x="781050" y="8086725"/>
            <a:ext cx="1219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0758A"/>
                </a:solidFill>
                <a:latin typeface="Arial"/>
                <a:ea typeface="Arial"/>
                <a:cs typeface="Arial"/>
              </a:defRPr>
            </a:defPPr>
            <a:lvl1pPr>
              <a:defRPr sz="1725" b="0">
                <a:solidFill>
                  <a:srgbClr val="60758A"/>
                </a:solidFill>
                <a:latin typeface="Arial"/>
                <a:ea typeface="Arial"/>
                <a:cs typeface="Arial"/>
              </a:defRPr>
            </a:lvl1pPr>
            <a:lvl2pPr>
              <a:defRPr sz="1725" b="0">
                <a:solidFill>
                  <a:srgbClr val="60758A"/>
                </a:solidFill>
                <a:latin typeface="Arial"/>
                <a:ea typeface="Arial"/>
                <a:cs typeface="Arial"/>
              </a:defRPr>
            </a:lvl2pPr>
            <a:lvl3pPr>
              <a:defRPr sz="1725" b="0">
                <a:solidFill>
                  <a:srgbClr val="60758A"/>
                </a:solidFill>
                <a:latin typeface="Arial"/>
                <a:ea typeface="Arial"/>
                <a:cs typeface="Arial"/>
              </a:defRPr>
            </a:lvl3pPr>
            <a:lvl4pPr>
              <a:defRPr sz="1725" b="0">
                <a:solidFill>
                  <a:srgbClr val="60758A"/>
                </a:solidFill>
                <a:latin typeface="Arial"/>
                <a:ea typeface="Arial"/>
                <a:cs typeface="Arial"/>
              </a:defRPr>
            </a:lvl4pPr>
            <a:lvl5pPr>
              <a:defRPr sz="1725" b="0">
                <a:solidFill>
                  <a:srgbClr val="60758A"/>
                </a:solidFill>
                <a:latin typeface="Arial"/>
                <a:ea typeface="Arial"/>
                <a:cs typeface="Arial"/>
              </a:defRPr>
            </a:lvl5pPr>
            <a:lvl6pPr>
              <a:defRPr sz="1725" b="0">
                <a:solidFill>
                  <a:srgbClr val="60758A"/>
                </a:solidFill>
                <a:latin typeface="Arial"/>
                <a:ea typeface="Arial"/>
                <a:cs typeface="Arial"/>
              </a:defRPr>
            </a:lvl6pPr>
            <a:lvl7pPr>
              <a:defRPr sz="1725" b="0">
                <a:solidFill>
                  <a:srgbClr val="60758A"/>
                </a:solidFill>
                <a:latin typeface="Arial"/>
                <a:ea typeface="Arial"/>
                <a:cs typeface="Arial"/>
              </a:defRPr>
            </a:lvl7pPr>
            <a:lvl8pPr>
              <a:defRPr sz="1725" b="0">
                <a:solidFill>
                  <a:srgbClr val="60758A"/>
                </a:solidFill>
                <a:latin typeface="Arial"/>
                <a:ea typeface="Arial"/>
                <a:cs typeface="Arial"/>
              </a:defRPr>
            </a:lvl8pPr>
            <a:lvl9pPr>
              <a:defRPr sz="1725" b="0">
                <a:solidFill>
                  <a:srgbClr val="60758A"/>
                </a:solidFill>
                <a:latin typeface="Arial"/>
                <a:ea typeface="Arial"/>
                <a:cs typeface="Arial"/>
              </a:defRPr>
            </a:lvl9pPr>
          </a:lstStyle>
          <a:p xmlns:a="http://schemas.openxmlformats.org/drawingml/2006/main">
            <a:pPr>
              <a:defRPr sz="1725" b="0">
                <a:solidFill>
                  <a:srgbClr val="60758A"/>
                </a:solidFill>
                <a:latin typeface="Arial"/>
                <a:ea typeface="Arial"/>
                <a:cs typeface="Arial"/>
              </a:defRPr>
            </a:pPr>
            <a:r>
              <a:rPr sz="1725" b="0">
                <a:solidFill>
                  <a:srgbClr val="60758A"/>
                </a:solidFill>
                <a:latin typeface="Arial"/>
                <a:ea typeface="Arial"/>
                <a:cs typeface="Arial"/>
              </a:rPr>
              <a:t>Ảnh DFD gốc, giữ nguyên tỷ lệ. Mô hình logic đang đối chiếu với triển khai.</a:t>
            </a:r>
          </a:p>
        </p:txBody>
      </p:sp>
    </p:spTree>
    <p:extLst>
      <p:ext uri="{BB962C8B-B14F-4D97-AF65-F5344CB8AC3E}">
        <p14:creationId xmlns:p14="http://schemas.microsoft.com/office/powerpoint/2010/main" val="44624639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84834E1-8D7D-4C1F-8866-7F23D77A7A1A}"/>
              </a:ext>
            </a:extLst>
          </p:cNvPr>
          <p:cNvSpPr>
            <a:spLocks xmlns:a="http://schemas.openxmlformats.org/drawingml/2006/main" noGrp="1"/>
          </p:cNvSpPr>
          <p:nvPr/>
        </p:nvSpPr>
        <p:spPr>
          <a:xfrm xmlns:a="http://schemas.openxmlformats.org/drawingml/2006/main">
            <a:off x="762000" y="438150"/>
            <a:ext cx="13668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0C2038"/>
                </a:solidFill>
                <a:latin typeface="Arial"/>
                <a:ea typeface="Arial"/>
                <a:cs typeface="Arial"/>
              </a:defRPr>
            </a:defPPr>
            <a:lvl1pPr>
              <a:defRPr sz="3900" b="1">
                <a:solidFill>
                  <a:srgbClr val="0C2038"/>
                </a:solidFill>
                <a:latin typeface="Arial"/>
                <a:ea typeface="Arial"/>
                <a:cs typeface="Arial"/>
              </a:defRPr>
            </a:lvl1pPr>
            <a:lvl2pPr>
              <a:defRPr sz="3900" b="1">
                <a:solidFill>
                  <a:srgbClr val="0C2038"/>
                </a:solidFill>
                <a:latin typeface="Arial"/>
                <a:ea typeface="Arial"/>
                <a:cs typeface="Arial"/>
              </a:defRPr>
            </a:lvl2pPr>
            <a:lvl3pPr>
              <a:defRPr sz="3900" b="1">
                <a:solidFill>
                  <a:srgbClr val="0C2038"/>
                </a:solidFill>
                <a:latin typeface="Arial"/>
                <a:ea typeface="Arial"/>
                <a:cs typeface="Arial"/>
              </a:defRPr>
            </a:lvl3pPr>
            <a:lvl4pPr>
              <a:defRPr sz="3900" b="1">
                <a:solidFill>
                  <a:srgbClr val="0C2038"/>
                </a:solidFill>
                <a:latin typeface="Arial"/>
                <a:ea typeface="Arial"/>
                <a:cs typeface="Arial"/>
              </a:defRPr>
            </a:lvl4pPr>
            <a:lvl5pPr>
              <a:defRPr sz="3900" b="1">
                <a:solidFill>
                  <a:srgbClr val="0C2038"/>
                </a:solidFill>
                <a:latin typeface="Arial"/>
                <a:ea typeface="Arial"/>
                <a:cs typeface="Arial"/>
              </a:defRPr>
            </a:lvl5pPr>
            <a:lvl6pPr>
              <a:defRPr sz="3900" b="1">
                <a:solidFill>
                  <a:srgbClr val="0C2038"/>
                </a:solidFill>
                <a:latin typeface="Arial"/>
                <a:ea typeface="Arial"/>
                <a:cs typeface="Arial"/>
              </a:defRPr>
            </a:lvl6pPr>
            <a:lvl7pPr>
              <a:defRPr sz="3900" b="1">
                <a:solidFill>
                  <a:srgbClr val="0C2038"/>
                </a:solidFill>
                <a:latin typeface="Arial"/>
                <a:ea typeface="Arial"/>
                <a:cs typeface="Arial"/>
              </a:defRPr>
            </a:lvl7pPr>
            <a:lvl8pPr>
              <a:defRPr sz="3900" b="1">
                <a:solidFill>
                  <a:srgbClr val="0C2038"/>
                </a:solidFill>
                <a:latin typeface="Arial"/>
                <a:ea typeface="Arial"/>
                <a:cs typeface="Arial"/>
              </a:defRPr>
            </a:lvl8pPr>
            <a:lvl9pPr>
              <a:defRPr sz="3900" b="1">
                <a:solidFill>
                  <a:srgbClr val="0C2038"/>
                </a:solidFill>
                <a:latin typeface="Arial"/>
                <a:ea typeface="Arial"/>
                <a:cs typeface="Arial"/>
              </a:defRPr>
            </a:lvl9pPr>
          </a:lstStyle>
          <a:p xmlns:a="http://schemas.openxmlformats.org/drawingml/2006/main">
            <a:pPr>
              <a:defRPr sz="3900" b="1">
                <a:solidFill>
                  <a:srgbClr val="0C2038"/>
                </a:solidFill>
                <a:latin typeface="Arial"/>
                <a:ea typeface="Arial"/>
                <a:cs typeface="Arial"/>
              </a:defRPr>
            </a:pPr>
            <a:r>
              <a:rPr sz="3900" b="1">
                <a:solidFill>
                  <a:srgbClr val="0C2038"/>
                </a:solidFill>
                <a:latin typeface="Arial"/>
                <a:ea typeface="Arial"/>
                <a:cs typeface="Arial"/>
              </a:rPr>
              <a:t>Quyền truy cập theo vai trò</a:t>
            </a:r>
          </a:p>
        </p:txBody>
      </p:sp>
      <p:sp>
        <p:nvSpPr>
          <p:cNvPr id="3" name="">
            <a:extLst xmlns:a="http://schemas.openxmlformats.org/drawingml/2006/main">
              <a:ext uri="{FF2B5EF4-FFF2-40B4-BE49-F238E27FC236}">
                <a16:creationId xmlns:a16="http://schemas.microsoft.com/office/drawing/2014/main" id="{F484DA63-647A-4F75-8E4B-F12D5C1868D9}"/>
              </a:ext>
            </a:extLst>
          </p:cNvPr>
          <p:cNvSpPr>
            <a:spLocks xmlns:a="http://schemas.openxmlformats.org/drawingml/2006/main" noGrp="1"/>
          </p:cNvSpPr>
          <p:nvPr/>
        </p:nvSpPr>
        <p:spPr>
          <a:xfrm xmlns:a="http://schemas.openxmlformats.org/drawingml/2006/main">
            <a:off x="13696950" y="812482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0758A"/>
                </a:solidFill>
                <a:latin typeface="Arial"/>
                <a:ea typeface="Arial"/>
                <a:cs typeface="Arial"/>
              </a:defRPr>
            </a:defPPr>
            <a:lvl1pPr>
              <a:defRPr sz="1425" b="0">
                <a:solidFill>
                  <a:srgbClr val="60758A"/>
                </a:solidFill>
                <a:latin typeface="Arial"/>
                <a:ea typeface="Arial"/>
                <a:cs typeface="Arial"/>
              </a:defRPr>
            </a:lvl1pPr>
            <a:lvl2pPr>
              <a:defRPr sz="1425" b="0">
                <a:solidFill>
                  <a:srgbClr val="60758A"/>
                </a:solidFill>
                <a:latin typeface="Arial"/>
                <a:ea typeface="Arial"/>
                <a:cs typeface="Arial"/>
              </a:defRPr>
            </a:lvl2pPr>
            <a:lvl3pPr>
              <a:defRPr sz="1425" b="0">
                <a:solidFill>
                  <a:srgbClr val="60758A"/>
                </a:solidFill>
                <a:latin typeface="Arial"/>
                <a:ea typeface="Arial"/>
                <a:cs typeface="Arial"/>
              </a:defRPr>
            </a:lvl3pPr>
            <a:lvl4pPr>
              <a:defRPr sz="1425" b="0">
                <a:solidFill>
                  <a:srgbClr val="60758A"/>
                </a:solidFill>
                <a:latin typeface="Arial"/>
                <a:ea typeface="Arial"/>
                <a:cs typeface="Arial"/>
              </a:defRPr>
            </a:lvl4pPr>
            <a:lvl5pPr>
              <a:defRPr sz="1425" b="0">
                <a:solidFill>
                  <a:srgbClr val="60758A"/>
                </a:solidFill>
                <a:latin typeface="Arial"/>
                <a:ea typeface="Arial"/>
                <a:cs typeface="Arial"/>
              </a:defRPr>
            </a:lvl5pPr>
            <a:lvl6pPr>
              <a:defRPr sz="1425" b="0">
                <a:solidFill>
                  <a:srgbClr val="60758A"/>
                </a:solidFill>
                <a:latin typeface="Arial"/>
                <a:ea typeface="Arial"/>
                <a:cs typeface="Arial"/>
              </a:defRPr>
            </a:lvl6pPr>
            <a:lvl7pPr>
              <a:defRPr sz="1425" b="0">
                <a:solidFill>
                  <a:srgbClr val="60758A"/>
                </a:solidFill>
                <a:latin typeface="Arial"/>
                <a:ea typeface="Arial"/>
                <a:cs typeface="Arial"/>
              </a:defRPr>
            </a:lvl7pPr>
            <a:lvl8pPr>
              <a:defRPr sz="1425" b="0">
                <a:solidFill>
                  <a:srgbClr val="60758A"/>
                </a:solidFill>
                <a:latin typeface="Arial"/>
                <a:ea typeface="Arial"/>
                <a:cs typeface="Arial"/>
              </a:defRPr>
            </a:lvl8pPr>
            <a:lvl9pPr>
              <a:defRPr sz="1425" b="0">
                <a:solidFill>
                  <a:srgbClr val="60758A"/>
                </a:solidFill>
                <a:latin typeface="Arial"/>
                <a:ea typeface="Arial"/>
                <a:cs typeface="Arial"/>
              </a:defRPr>
            </a:lvl9pPr>
          </a:lstStyle>
          <a:p xmlns:a="http://schemas.openxmlformats.org/drawingml/2006/main">
            <a:pPr>
              <a:defRPr sz="1425" b="0">
                <a:solidFill>
                  <a:srgbClr val="60758A"/>
                </a:solidFill>
                <a:latin typeface="Arial"/>
                <a:ea typeface="Arial"/>
                <a:cs typeface="Arial"/>
              </a:defRPr>
            </a:pPr>
            <a:r>
              <a:rPr sz="1425" b="0">
                <a:solidFill>
                  <a:srgbClr val="60758A"/>
                </a:solidFill>
                <a:latin typeface="Arial"/>
                <a:ea typeface="Arial"/>
                <a:cs typeface="Arial"/>
              </a:rPr>
              <a:t>06 / 12</a:t>
            </a:r>
          </a:p>
        </p:txBody>
      </p:sp>
      <p:graphicFrame>
        <p:nvGraphicFramePr>
          <p:cNvPr id="4" name="">
            <a:extLst xmlns:a="http://schemas.openxmlformats.org/drawingml/2006/main">
              <a:ext uri="{FF2B5EF4-FFF2-40B4-BE49-F238E27FC236}">
                <a16:creationId xmlns:a16="http://schemas.microsoft.com/office/drawing/2014/main" id="{5F466552-1180-4F79-BF57-66469DDF18F1}"/>
              </a:ext>
            </a:extLst>
          </p:cNvPr>
          <p:cNvGraphicFramePr/>
          <p:nvPr/>
        </p:nvGraphicFramePr>
        <p:xfrm>
          <a:off xmlns:a="http://schemas.openxmlformats.org/drawingml/2006/main" x="781050" y="1685925"/>
          <a:ext xmlns:a="http://schemas.openxmlformats.org/drawingml/2006/main" cx="13639800" cy="4686300"/>
        </p:xfrm>
        <a:graphic xmlns:a="http://schemas.openxmlformats.org/drawingml/2006/main">
          <a:graphicData uri="http://schemas.openxmlformats.org/drawingml/2006/table">
            <a:tbl>
              <a:tblPr/>
              <a:tblGrid>
                <a:gridCol w="2571750"/>
                <a:gridCol w="2905125"/>
                <a:gridCol w="2952750"/>
                <a:gridCol w="2762250"/>
                <a:gridCol w="2447925"/>
              </a:tblGrid>
              <a:tr h="585788">
                <a:tc>
                  <a:txBody>
                    <a:bodyPr/>
                    <a:lstStyle/>
                    <a:p>
                      <a:r>
                        <a:rPr sz="2025" b="1">
                          <a:solidFill>
                            <a:srgbClr val="FFFFFF"/>
                          </a:solidFill>
                          <a:latin typeface="Arial"/>
                          <a:ea typeface="Arial"/>
                          <a:cs typeface="Arial"/>
                        </a:rPr>
                        <a:t>Thao tác</a:t>
                      </a:r>
                    </a:p>
                  </a:txBody>
                  <a:tcPr marL="91440" marR="91440" marT="45720" marB="45720">
                    <a:lnL w="9525">
                      <a:solidFill>
                        <a:srgbClr val="D9E2EB"/>
                      </a:solidFill>
                    </a:lnL>
                    <a:lnT w="9525">
                      <a:solidFill>
                        <a:srgbClr val="D9E2EB"/>
                      </a:solidFill>
                    </a:lnT>
                    <a:solidFill>
                      <a:srgbClr val="0C2038"/>
                    </a:solidFill>
                  </a:tcPr>
                </a:tc>
                <a:tc>
                  <a:txBody>
                    <a:bodyPr/>
                    <a:lstStyle/>
                    <a:p>
                      <a:r>
                        <a:rPr sz="2025" b="1">
                          <a:solidFill>
                            <a:srgbClr val="FFFFFF"/>
                          </a:solidFill>
                          <a:latin typeface="Arial"/>
                          <a:ea typeface="Arial"/>
                          <a:cs typeface="Arial"/>
                        </a:rPr>
                        <a:t>Employee</a:t>
                      </a:r>
                    </a:p>
                  </a:txBody>
                  <a:tcPr marL="91440" marR="91440" marT="45720" marB="45720">
                    <a:lnT w="9525">
                      <a:solidFill>
                        <a:srgbClr val="D9E2EB"/>
                      </a:solidFill>
                    </a:lnT>
                    <a:solidFill>
                      <a:srgbClr val="0C2038"/>
                    </a:solidFill>
                  </a:tcPr>
                </a:tc>
                <a:tc>
                  <a:txBody>
                    <a:bodyPr/>
                    <a:lstStyle/>
                    <a:p>
                      <a:r>
                        <a:rPr sz="2025" b="1">
                          <a:solidFill>
                            <a:srgbClr val="FFFFFF"/>
                          </a:solidFill>
                          <a:latin typeface="Arial"/>
                          <a:ea typeface="Arial"/>
                          <a:cs typeface="Arial"/>
                        </a:rPr>
                        <a:t>IT Staff</a:t>
                      </a:r>
                    </a:p>
                  </a:txBody>
                  <a:tcPr marL="91440" marR="91440" marT="45720" marB="45720">
                    <a:lnT w="9525">
                      <a:solidFill>
                        <a:srgbClr val="D9E2EB"/>
                      </a:solidFill>
                    </a:lnT>
                    <a:solidFill>
                      <a:srgbClr val="0C2038"/>
                    </a:solidFill>
                  </a:tcPr>
                </a:tc>
                <a:tc>
                  <a:txBody>
                    <a:bodyPr/>
                    <a:lstStyle/>
                    <a:p>
                      <a:r>
                        <a:rPr sz="2025" b="1">
                          <a:solidFill>
                            <a:srgbClr val="FFFFFF"/>
                          </a:solidFill>
                          <a:latin typeface="Arial"/>
                          <a:ea typeface="Arial"/>
                          <a:cs typeface="Arial"/>
                        </a:rPr>
                        <a:t>Manager</a:t>
                      </a:r>
                    </a:p>
                  </a:txBody>
                  <a:tcPr marL="91440" marR="91440" marT="45720" marB="45720">
                    <a:lnT w="9525">
                      <a:solidFill>
                        <a:srgbClr val="D9E2EB"/>
                      </a:solidFill>
                    </a:lnT>
                    <a:solidFill>
                      <a:srgbClr val="0C2038"/>
                    </a:solidFill>
                  </a:tcPr>
                </a:tc>
                <a:tc>
                  <a:txBody>
                    <a:bodyPr/>
                    <a:lstStyle/>
                    <a:p>
                      <a:r>
                        <a:rPr sz="2025" b="1">
                          <a:solidFill>
                            <a:srgbClr val="FFFFFF"/>
                          </a:solidFill>
                          <a:latin typeface="Arial"/>
                          <a:ea typeface="Arial"/>
                          <a:cs typeface="Arial"/>
                        </a:rPr>
                        <a:t>Admin</a:t>
                      </a:r>
                    </a:p>
                  </a:txBody>
                  <a:tcPr marL="91440" marR="91440" marT="45720" marB="45720">
                    <a:lnR w="9525">
                      <a:solidFill>
                        <a:srgbClr val="D9E2EB"/>
                      </a:solidFill>
                    </a:lnR>
                    <a:lnT w="9525">
                      <a:solidFill>
                        <a:srgbClr val="D9E2EB"/>
                      </a:solidFill>
                    </a:lnT>
                    <a:solidFill>
                      <a:srgbClr val="0C2038"/>
                    </a:solidFill>
                  </a:tcPr>
                </a:tc>
              </a:tr>
              <a:tr h="585788">
                <a:tc>
                  <a:txBody>
                    <a:bodyPr/>
                    <a:lstStyle/>
                    <a:p>
                      <a:r>
                        <a:rPr sz="2025">
                          <a:solidFill>
                            <a:srgbClr val="18324C"/>
                          </a:solidFill>
                          <a:latin typeface="Arial"/>
                          <a:ea typeface="Arial"/>
                          <a:cs typeface="Arial"/>
                        </a:rPr>
                        <a:t>Xem ticket</a:t>
                      </a:r>
                    </a:p>
                  </a:txBody>
                  <a:tcPr marL="91440" marR="91440" marT="45720" marB="45720">
                    <a:lnL w="9525">
                      <a:solidFill>
                        <a:srgbClr val="D9E2EB"/>
                      </a:solidFill>
                    </a:lnL>
                    <a:solidFill>
                      <a:srgbClr val="FFFFFF"/>
                    </a:solidFill>
                  </a:tcPr>
                </a:tc>
                <a:tc>
                  <a:txBody>
                    <a:bodyPr/>
                    <a:lstStyle/>
                    <a:p>
                      <a:r>
                        <a:rPr sz="2025">
                          <a:solidFill>
                            <a:srgbClr val="18324C"/>
                          </a:solidFill>
                          <a:latin typeface="Arial"/>
                          <a:ea typeface="Arial"/>
                          <a:cs typeface="Arial"/>
                        </a:rPr>
                        <a:t>Của mình</a:t>
                      </a:r>
                    </a:p>
                  </a:txBody>
                  <a:tcPr marL="91440" marR="91440" marT="45720" marB="45720">
                    <a:solidFill>
                      <a:srgbClr val="FFFFFF"/>
                    </a:solidFill>
                  </a:tcPr>
                </a:tc>
                <a:tc>
                  <a:txBody>
                    <a:bodyPr/>
                    <a:lstStyle/>
                    <a:p>
                      <a:r>
                        <a:rPr sz="2025">
                          <a:solidFill>
                            <a:srgbClr val="18324C"/>
                          </a:solidFill>
                          <a:latin typeface="Arial"/>
                          <a:ea typeface="Arial"/>
                          <a:cs typeface="Arial"/>
                        </a:rPr>
                        <a:t>Được giao + New chỉ xem</a:t>
                      </a:r>
                    </a:p>
                  </a:txBody>
                  <a:tcPr marL="91440" marR="91440" marT="45720" marB="45720">
                    <a:solidFill>
                      <a:srgbClr val="FFFFFF"/>
                    </a:solidFill>
                  </a:tcPr>
                </a:tc>
                <a:tc>
                  <a:txBody>
                    <a:bodyPr/>
                    <a:lstStyle/>
                    <a:p>
                      <a:r>
                        <a:rPr sz="2025">
                          <a:solidFill>
                            <a:srgbClr val="18324C"/>
                          </a:solidFill>
                          <a:latin typeface="Arial"/>
                          <a:ea typeface="Arial"/>
                          <a:cs typeface="Arial"/>
                        </a:rPr>
                        <a:t>Toàn bộ</a:t>
                      </a:r>
                    </a:p>
                  </a:txBody>
                  <a:tcPr marL="91440" marR="91440" marT="45720" marB="45720">
                    <a:solidFill>
                      <a:srgbClr val="FFFFFF"/>
                    </a:solidFill>
                  </a:tcPr>
                </a:tc>
                <a:tc>
                  <a:txBody>
                    <a:bodyPr/>
                    <a:lstStyle/>
                    <a:p>
                      <a:r>
                        <a:rPr sz="2025">
                          <a:solidFill>
                            <a:srgbClr val="18324C"/>
                          </a:solidFill>
                          <a:latin typeface="Arial"/>
                          <a:ea typeface="Arial"/>
                          <a:cs typeface="Arial"/>
                        </a:rPr>
                        <a:t>Chỉ đọc</a:t>
                      </a:r>
                    </a:p>
                  </a:txBody>
                  <a:tcPr marL="91440" marR="91440" marT="45720" marB="45720">
                    <a:lnR w="9525">
                      <a:solidFill>
                        <a:srgbClr val="D9E2EB"/>
                      </a:solidFill>
                    </a:lnR>
                    <a:solidFill>
                      <a:srgbClr val="FFFFFF"/>
                    </a:solidFill>
                  </a:tcPr>
                </a:tc>
              </a:tr>
              <a:tr h="585788">
                <a:tc>
                  <a:txBody>
                    <a:bodyPr/>
                    <a:lstStyle/>
                    <a:p>
                      <a:r>
                        <a:rPr sz="2025">
                          <a:solidFill>
                            <a:srgbClr val="18324C"/>
                          </a:solidFill>
                          <a:latin typeface="Arial"/>
                          <a:ea typeface="Arial"/>
                          <a:cs typeface="Arial"/>
                        </a:rPr>
                        <a:t>Tạo ticket</a:t>
                      </a:r>
                    </a:p>
                  </a:txBody>
                  <a:tcPr marL="91440" marR="91440" marT="45720" marB="45720">
                    <a:lnL w="9525">
                      <a:solidFill>
                        <a:srgbClr val="D9E2EB"/>
                      </a:solidFill>
                    </a:lnL>
                    <a:solidFill>
                      <a:srgbClr val="F5F8FB"/>
                    </a:solidFill>
                  </a:tcPr>
                </a:tc>
                <a:tc>
                  <a:txBody>
                    <a:bodyPr/>
                    <a:lstStyle/>
                    <a:p>
                      <a:r>
                        <a:rPr sz="2025">
                          <a:solidFill>
                            <a:srgbClr val="18324C"/>
                          </a:solidFill>
                          <a:latin typeface="Arial"/>
                          <a:ea typeface="Arial"/>
                          <a:cs typeface="Arial"/>
                        </a:rPr>
                        <a:t>Có</a:t>
                      </a:r>
                    </a:p>
                  </a:txBody>
                  <a:tcPr marL="91440" marR="91440" marT="45720" marB="45720">
                    <a:solidFill>
                      <a:srgbClr val="F5F8FB"/>
                    </a:solidFill>
                  </a:tcPr>
                </a:tc>
                <a:tc>
                  <a:txBody>
                    <a:bodyPr/>
                    <a:lstStyle/>
                    <a:p>
                      <a:r>
                        <a:rPr sz="2025">
                          <a:solidFill>
                            <a:srgbClr val="18324C"/>
                          </a:solidFill>
                          <a:latin typeface="Arial"/>
                          <a:ea typeface="Arial"/>
                          <a:cs typeface="Arial"/>
                        </a:rPr>
                        <a:t>Không</a:t>
                      </a:r>
                    </a:p>
                  </a:txBody>
                  <a:tcPr marL="91440" marR="91440" marT="45720" marB="45720">
                    <a:solidFill>
                      <a:srgbClr val="F5F8FB"/>
                    </a:solidFill>
                  </a:tcPr>
                </a:tc>
                <a:tc>
                  <a:txBody>
                    <a:bodyPr/>
                    <a:lstStyle/>
                    <a:p>
                      <a:r>
                        <a:rPr sz="2025">
                          <a:solidFill>
                            <a:srgbClr val="18324C"/>
                          </a:solidFill>
                          <a:latin typeface="Arial"/>
                          <a:ea typeface="Arial"/>
                          <a:cs typeface="Arial"/>
                        </a:rPr>
                        <a:t>Không</a:t>
                      </a:r>
                    </a:p>
                  </a:txBody>
                  <a:tcPr marL="91440" marR="91440" marT="45720" marB="45720">
                    <a:solidFill>
                      <a:srgbClr val="F5F8FB"/>
                    </a:solidFill>
                  </a:tcPr>
                </a:tc>
                <a:tc>
                  <a:txBody>
                    <a:bodyPr/>
                    <a:lstStyle/>
                    <a:p>
                      <a:r>
                        <a:rPr sz="2025">
                          <a:solidFill>
                            <a:srgbClr val="18324C"/>
                          </a:solidFill>
                          <a:latin typeface="Arial"/>
                          <a:ea typeface="Arial"/>
                          <a:cs typeface="Arial"/>
                        </a:rPr>
                        <a:t>Không</a:t>
                      </a:r>
                    </a:p>
                  </a:txBody>
                  <a:tcPr marL="91440" marR="91440" marT="45720" marB="45720">
                    <a:lnR w="9525">
                      <a:solidFill>
                        <a:srgbClr val="D9E2EB"/>
                      </a:solidFill>
                    </a:lnR>
                    <a:solidFill>
                      <a:srgbClr val="F5F8FB"/>
                    </a:solidFill>
                  </a:tcPr>
                </a:tc>
              </a:tr>
              <a:tr h="585788">
                <a:tc>
                  <a:txBody>
                    <a:bodyPr/>
                    <a:lstStyle/>
                    <a:p>
                      <a:r>
                        <a:rPr sz="2025">
                          <a:solidFill>
                            <a:srgbClr val="18324C"/>
                          </a:solidFill>
                          <a:latin typeface="Arial"/>
                          <a:ea typeface="Arial"/>
                          <a:cs typeface="Arial"/>
                        </a:rPr>
                        <a:t>Phân công</a:t>
                      </a:r>
                    </a:p>
                  </a:txBody>
                  <a:tcPr marL="91440" marR="91440" marT="45720" marB="45720">
                    <a:lnL w="9525">
                      <a:solidFill>
                        <a:srgbClr val="D9E2EB"/>
                      </a:solidFill>
                    </a:lnL>
                    <a:solidFill>
                      <a:srgbClr val="FFFFFF"/>
                    </a:solidFill>
                  </a:tcPr>
                </a:tc>
                <a:tc>
                  <a:txBody>
                    <a:bodyPr/>
                    <a:lstStyle/>
                    <a:p>
                      <a:r>
                        <a:rPr sz="2025">
                          <a:solidFill>
                            <a:srgbClr val="18324C"/>
                          </a:solidFill>
                          <a:latin typeface="Arial"/>
                          <a:ea typeface="Arial"/>
                          <a:cs typeface="Arial"/>
                        </a:rPr>
                        <a:t>Không</a:t>
                      </a:r>
                    </a:p>
                  </a:txBody>
                  <a:tcPr marL="91440" marR="91440" marT="45720" marB="45720">
                    <a:solidFill>
                      <a:srgbClr val="FFFFFF"/>
                    </a:solidFill>
                  </a:tcPr>
                </a:tc>
                <a:tc>
                  <a:txBody>
                    <a:bodyPr/>
                    <a:lstStyle/>
                    <a:p>
                      <a:r>
                        <a:rPr sz="2025">
                          <a:solidFill>
                            <a:srgbClr val="18324C"/>
                          </a:solidFill>
                          <a:latin typeface="Arial"/>
                          <a:ea typeface="Arial"/>
                          <a:cs typeface="Arial"/>
                        </a:rPr>
                        <a:t>Không</a:t>
                      </a:r>
                    </a:p>
                  </a:txBody>
                  <a:tcPr marL="91440" marR="91440" marT="45720" marB="45720">
                    <a:solidFill>
                      <a:srgbClr val="FFFFFF"/>
                    </a:solidFill>
                  </a:tcPr>
                </a:tc>
                <a:tc>
                  <a:txBody>
                    <a:bodyPr/>
                    <a:lstStyle/>
                    <a:p>
                      <a:r>
                        <a:rPr sz="2025">
                          <a:solidFill>
                            <a:srgbClr val="18324C"/>
                          </a:solidFill>
                          <a:latin typeface="Arial"/>
                          <a:ea typeface="Arial"/>
                          <a:cs typeface="Arial"/>
                        </a:rPr>
                        <a:t>Có</a:t>
                      </a:r>
                    </a:p>
                  </a:txBody>
                  <a:tcPr marL="91440" marR="91440" marT="45720" marB="45720">
                    <a:solidFill>
                      <a:srgbClr val="FFFFFF"/>
                    </a:solidFill>
                  </a:tcPr>
                </a:tc>
                <a:tc>
                  <a:txBody>
                    <a:bodyPr/>
                    <a:lstStyle/>
                    <a:p>
                      <a:r>
                        <a:rPr sz="2025">
                          <a:solidFill>
                            <a:srgbClr val="18324C"/>
                          </a:solidFill>
                          <a:latin typeface="Arial"/>
                          <a:ea typeface="Arial"/>
                          <a:cs typeface="Arial"/>
                        </a:rPr>
                        <a:t>Không</a:t>
                      </a:r>
                    </a:p>
                  </a:txBody>
                  <a:tcPr marL="91440" marR="91440" marT="45720" marB="45720">
                    <a:lnR w="9525">
                      <a:solidFill>
                        <a:srgbClr val="D9E2EB"/>
                      </a:solidFill>
                    </a:lnR>
                    <a:solidFill>
                      <a:srgbClr val="FFFFFF"/>
                    </a:solidFill>
                  </a:tcPr>
                </a:tc>
              </a:tr>
              <a:tr h="585788">
                <a:tc>
                  <a:txBody>
                    <a:bodyPr/>
                    <a:lstStyle/>
                    <a:p>
                      <a:r>
                        <a:rPr sz="2025">
                          <a:solidFill>
                            <a:srgbClr val="18324C"/>
                          </a:solidFill>
                          <a:latin typeface="Arial"/>
                          <a:ea typeface="Arial"/>
                          <a:cs typeface="Arial"/>
                        </a:rPr>
                        <a:t>Đổi trạng thái</a:t>
                      </a:r>
                    </a:p>
                  </a:txBody>
                  <a:tcPr marL="91440" marR="91440" marT="45720" marB="45720">
                    <a:lnL w="9525">
                      <a:solidFill>
                        <a:srgbClr val="D9E2EB"/>
                      </a:solidFill>
                    </a:lnL>
                    <a:solidFill>
                      <a:srgbClr val="F5F8FB"/>
                    </a:solidFill>
                  </a:tcPr>
                </a:tc>
                <a:tc>
                  <a:txBody>
                    <a:bodyPr/>
                    <a:lstStyle/>
                    <a:p>
                      <a:r>
                        <a:rPr sz="2025">
                          <a:solidFill>
                            <a:srgbClr val="18324C"/>
                          </a:solidFill>
                          <a:latin typeface="Arial"/>
                          <a:ea typeface="Arial"/>
                          <a:cs typeface="Arial"/>
                        </a:rPr>
                        <a:t>Không</a:t>
                      </a:r>
                    </a:p>
                  </a:txBody>
                  <a:tcPr marL="91440" marR="91440" marT="45720" marB="45720">
                    <a:solidFill>
                      <a:srgbClr val="F5F8FB"/>
                    </a:solidFill>
                  </a:tcPr>
                </a:tc>
                <a:tc>
                  <a:txBody>
                    <a:bodyPr/>
                    <a:lstStyle/>
                    <a:p>
                      <a:r>
                        <a:rPr sz="2025">
                          <a:solidFill>
                            <a:srgbClr val="18324C"/>
                          </a:solidFill>
                          <a:latin typeface="Arial"/>
                          <a:ea typeface="Arial"/>
                          <a:cs typeface="Arial"/>
                        </a:rPr>
                        <a:t>Ticket phụ trách</a:t>
                      </a:r>
                    </a:p>
                  </a:txBody>
                  <a:tcPr marL="91440" marR="91440" marT="45720" marB="45720">
                    <a:solidFill>
                      <a:srgbClr val="F5F8FB"/>
                    </a:solidFill>
                  </a:tcPr>
                </a:tc>
                <a:tc>
                  <a:txBody>
                    <a:bodyPr/>
                    <a:lstStyle/>
                    <a:p>
                      <a:r>
                        <a:rPr sz="2025">
                          <a:solidFill>
                            <a:srgbClr val="18324C"/>
                          </a:solidFill>
                          <a:latin typeface="Arial"/>
                          <a:ea typeface="Arial"/>
                          <a:cs typeface="Arial"/>
                        </a:rPr>
                        <a:t>Không *</a:t>
                      </a:r>
                    </a:p>
                  </a:txBody>
                  <a:tcPr marL="91440" marR="91440" marT="45720" marB="45720">
                    <a:solidFill>
                      <a:srgbClr val="F5F8FB"/>
                    </a:solidFill>
                  </a:tcPr>
                </a:tc>
                <a:tc>
                  <a:txBody>
                    <a:bodyPr/>
                    <a:lstStyle/>
                    <a:p>
                      <a:r>
                        <a:rPr sz="2025">
                          <a:solidFill>
                            <a:srgbClr val="18324C"/>
                          </a:solidFill>
                          <a:latin typeface="Arial"/>
                          <a:ea typeface="Arial"/>
                          <a:cs typeface="Arial"/>
                        </a:rPr>
                        <a:t>Không</a:t>
                      </a:r>
                    </a:p>
                  </a:txBody>
                  <a:tcPr marL="91440" marR="91440" marT="45720" marB="45720">
                    <a:lnR w="9525">
                      <a:solidFill>
                        <a:srgbClr val="D9E2EB"/>
                      </a:solidFill>
                    </a:lnR>
                    <a:solidFill>
                      <a:srgbClr val="F5F8FB"/>
                    </a:solidFill>
                  </a:tcPr>
                </a:tc>
              </a:tr>
              <a:tr h="585788">
                <a:tc>
                  <a:txBody>
                    <a:bodyPr/>
                    <a:lstStyle/>
                    <a:p>
                      <a:r>
                        <a:rPr sz="2025">
                          <a:solidFill>
                            <a:srgbClr val="18324C"/>
                          </a:solidFill>
                          <a:latin typeface="Arial"/>
                          <a:ea typeface="Arial"/>
                          <a:cs typeface="Arial"/>
                        </a:rPr>
                        <a:t>Đóng phiếu</a:t>
                      </a:r>
                    </a:p>
                  </a:txBody>
                  <a:tcPr marL="91440" marR="91440" marT="45720" marB="45720">
                    <a:lnL w="9525">
                      <a:solidFill>
                        <a:srgbClr val="D9E2EB"/>
                      </a:solidFill>
                    </a:lnL>
                    <a:solidFill>
                      <a:srgbClr val="FFFFFF"/>
                    </a:solidFill>
                  </a:tcPr>
                </a:tc>
                <a:tc>
                  <a:txBody>
                    <a:bodyPr/>
                    <a:lstStyle/>
                    <a:p>
                      <a:r>
                        <a:rPr sz="2025">
                          <a:solidFill>
                            <a:srgbClr val="18324C"/>
                          </a:solidFill>
                          <a:latin typeface="Arial"/>
                          <a:ea typeface="Arial"/>
                          <a:cs typeface="Arial"/>
                        </a:rPr>
                        <a:t>Của mình, Resolved</a:t>
                      </a:r>
                    </a:p>
                  </a:txBody>
                  <a:tcPr marL="91440" marR="91440" marT="45720" marB="45720">
                    <a:solidFill>
                      <a:srgbClr val="FFFFFF"/>
                    </a:solidFill>
                  </a:tcPr>
                </a:tc>
                <a:tc>
                  <a:txBody>
                    <a:bodyPr/>
                    <a:lstStyle/>
                    <a:p>
                      <a:r>
                        <a:rPr sz="2025">
                          <a:solidFill>
                            <a:srgbClr val="18324C"/>
                          </a:solidFill>
                          <a:latin typeface="Arial"/>
                          <a:ea typeface="Arial"/>
                          <a:cs typeface="Arial"/>
                        </a:rPr>
                        <a:t>Không</a:t>
                      </a:r>
                    </a:p>
                  </a:txBody>
                  <a:tcPr marL="91440" marR="91440" marT="45720" marB="45720">
                    <a:solidFill>
                      <a:srgbClr val="FFFFFF"/>
                    </a:solidFill>
                  </a:tcPr>
                </a:tc>
                <a:tc>
                  <a:txBody>
                    <a:bodyPr/>
                    <a:lstStyle/>
                    <a:p>
                      <a:r>
                        <a:rPr sz="2025">
                          <a:solidFill>
                            <a:srgbClr val="18324C"/>
                          </a:solidFill>
                          <a:latin typeface="Arial"/>
                          <a:ea typeface="Arial"/>
                          <a:cs typeface="Arial"/>
                        </a:rPr>
                        <a:t>Resolved</a:t>
                      </a:r>
                    </a:p>
                  </a:txBody>
                  <a:tcPr marL="91440" marR="91440" marT="45720" marB="45720">
                    <a:solidFill>
                      <a:srgbClr val="FFFFFF"/>
                    </a:solidFill>
                  </a:tcPr>
                </a:tc>
                <a:tc>
                  <a:txBody>
                    <a:bodyPr/>
                    <a:lstStyle/>
                    <a:p>
                      <a:r>
                        <a:rPr sz="2025">
                          <a:solidFill>
                            <a:srgbClr val="18324C"/>
                          </a:solidFill>
                          <a:latin typeface="Arial"/>
                          <a:ea typeface="Arial"/>
                          <a:cs typeface="Arial"/>
                        </a:rPr>
                        <a:t>Không</a:t>
                      </a:r>
                    </a:p>
                  </a:txBody>
                  <a:tcPr marL="91440" marR="91440" marT="45720" marB="45720">
                    <a:lnR w="9525">
                      <a:solidFill>
                        <a:srgbClr val="D9E2EB"/>
                      </a:solidFill>
                    </a:lnR>
                    <a:solidFill>
                      <a:srgbClr val="FFFFFF"/>
                    </a:solidFill>
                  </a:tcPr>
                </a:tc>
              </a:tr>
              <a:tr h="585788">
                <a:tc>
                  <a:txBody>
                    <a:bodyPr/>
                    <a:lstStyle/>
                    <a:p>
                      <a:r>
                        <a:rPr sz="2025">
                          <a:solidFill>
                            <a:srgbClr val="18324C"/>
                          </a:solidFill>
                          <a:latin typeface="Arial"/>
                          <a:ea typeface="Arial"/>
                          <a:cs typeface="Arial"/>
                        </a:rPr>
                        <a:t>Tải byte tệp</a:t>
                      </a:r>
                    </a:p>
                  </a:txBody>
                  <a:tcPr marL="91440" marR="91440" marT="45720" marB="45720">
                    <a:lnL w="9525">
                      <a:solidFill>
                        <a:srgbClr val="D9E2EB"/>
                      </a:solidFill>
                    </a:lnL>
                    <a:solidFill>
                      <a:srgbClr val="F5F8FB"/>
                    </a:solidFill>
                  </a:tcPr>
                </a:tc>
                <a:tc>
                  <a:txBody>
                    <a:bodyPr/>
                    <a:lstStyle/>
                    <a:p>
                      <a:r>
                        <a:rPr sz="2025">
                          <a:solidFill>
                            <a:srgbClr val="18324C"/>
                          </a:solidFill>
                          <a:latin typeface="Arial"/>
                          <a:ea typeface="Arial"/>
                          <a:cs typeface="Arial"/>
                        </a:rPr>
                        <a:t>Trong quyền</a:t>
                      </a:r>
                    </a:p>
                  </a:txBody>
                  <a:tcPr marL="91440" marR="91440" marT="45720" marB="45720">
                    <a:solidFill>
                      <a:srgbClr val="F5F8FB"/>
                    </a:solidFill>
                  </a:tcPr>
                </a:tc>
                <a:tc>
                  <a:txBody>
                    <a:bodyPr/>
                    <a:lstStyle/>
                    <a:p>
                      <a:r>
                        <a:rPr sz="2025">
                          <a:solidFill>
                            <a:srgbClr val="18324C"/>
                          </a:solidFill>
                          <a:latin typeface="Arial"/>
                          <a:ea typeface="Arial"/>
                          <a:cs typeface="Arial"/>
                        </a:rPr>
                        <a:t>Trong quyền</a:t>
                      </a:r>
                    </a:p>
                  </a:txBody>
                  <a:tcPr marL="91440" marR="91440" marT="45720" marB="45720">
                    <a:solidFill>
                      <a:srgbClr val="F5F8FB"/>
                    </a:solidFill>
                  </a:tcPr>
                </a:tc>
                <a:tc>
                  <a:txBody>
                    <a:bodyPr/>
                    <a:lstStyle/>
                    <a:p>
                      <a:r>
                        <a:rPr sz="2025">
                          <a:solidFill>
                            <a:srgbClr val="18324C"/>
                          </a:solidFill>
                          <a:latin typeface="Arial"/>
                          <a:ea typeface="Arial"/>
                          <a:cs typeface="Arial"/>
                        </a:rPr>
                        <a:t>Trong quyền</a:t>
                      </a:r>
                    </a:p>
                  </a:txBody>
                  <a:tcPr marL="91440" marR="91440" marT="45720" marB="45720">
                    <a:solidFill>
                      <a:srgbClr val="F5F8FB"/>
                    </a:solidFill>
                  </a:tcPr>
                </a:tc>
                <a:tc>
                  <a:txBody>
                    <a:bodyPr/>
                    <a:lstStyle/>
                    <a:p>
                      <a:r>
                        <a:rPr sz="2025">
                          <a:solidFill>
                            <a:srgbClr val="18324C"/>
                          </a:solidFill>
                          <a:latin typeface="Arial"/>
                          <a:ea typeface="Arial"/>
                          <a:cs typeface="Arial"/>
                        </a:rPr>
                        <a:t>Không *</a:t>
                      </a:r>
                    </a:p>
                  </a:txBody>
                  <a:tcPr marL="91440" marR="91440" marT="45720" marB="45720">
                    <a:lnR w="9525">
                      <a:solidFill>
                        <a:srgbClr val="D9E2EB"/>
                      </a:solidFill>
                    </a:lnR>
                    <a:solidFill>
                      <a:srgbClr val="F5F8FB"/>
                    </a:solidFill>
                  </a:tcPr>
                </a:tc>
              </a:tr>
              <a:tr h="585788">
                <a:tc>
                  <a:txBody>
                    <a:bodyPr/>
                    <a:lstStyle/>
                    <a:p>
                      <a:r>
                        <a:rPr sz="2025">
                          <a:solidFill>
                            <a:srgbClr val="18324C"/>
                          </a:solidFill>
                          <a:latin typeface="Arial"/>
                          <a:ea typeface="Arial"/>
                          <a:cs typeface="Arial"/>
                        </a:rPr>
                        <a:t>User và role</a:t>
                      </a:r>
                    </a:p>
                  </a:txBody>
                  <a:tcPr marL="91440" marR="91440" marT="45720" marB="45720">
                    <a:lnL w="9525">
                      <a:solidFill>
                        <a:srgbClr val="D9E2EB"/>
                      </a:solidFill>
                    </a:lnL>
                    <a:lnB w="9525">
                      <a:solidFill>
                        <a:srgbClr val="D9E2EB"/>
                      </a:solidFill>
                    </a:lnB>
                    <a:solidFill>
                      <a:srgbClr val="FFFFFF"/>
                    </a:solidFill>
                  </a:tcPr>
                </a:tc>
                <a:tc>
                  <a:txBody>
                    <a:bodyPr/>
                    <a:lstStyle/>
                    <a:p>
                      <a:r>
                        <a:rPr sz="2025">
                          <a:solidFill>
                            <a:srgbClr val="18324C"/>
                          </a:solidFill>
                          <a:latin typeface="Arial"/>
                          <a:ea typeface="Arial"/>
                          <a:cs typeface="Arial"/>
                        </a:rPr>
                        <a:t>Không</a:t>
                      </a:r>
                    </a:p>
                  </a:txBody>
                  <a:tcPr marL="91440" marR="91440" marT="45720" marB="45720">
                    <a:lnB w="9525">
                      <a:solidFill>
                        <a:srgbClr val="D9E2EB"/>
                      </a:solidFill>
                    </a:lnB>
                    <a:solidFill>
                      <a:srgbClr val="FFFFFF"/>
                    </a:solidFill>
                  </a:tcPr>
                </a:tc>
                <a:tc>
                  <a:txBody>
                    <a:bodyPr/>
                    <a:lstStyle/>
                    <a:p>
                      <a:r>
                        <a:rPr sz="2025">
                          <a:solidFill>
                            <a:srgbClr val="18324C"/>
                          </a:solidFill>
                          <a:latin typeface="Arial"/>
                          <a:ea typeface="Arial"/>
                          <a:cs typeface="Arial"/>
                        </a:rPr>
                        <a:t>Không</a:t>
                      </a:r>
                    </a:p>
                  </a:txBody>
                  <a:tcPr marL="91440" marR="91440" marT="45720" marB="45720">
                    <a:lnB w="9525">
                      <a:solidFill>
                        <a:srgbClr val="D9E2EB"/>
                      </a:solidFill>
                    </a:lnB>
                    <a:solidFill>
                      <a:srgbClr val="FFFFFF"/>
                    </a:solidFill>
                  </a:tcPr>
                </a:tc>
                <a:tc>
                  <a:txBody>
                    <a:bodyPr/>
                    <a:lstStyle/>
                    <a:p>
                      <a:r>
                        <a:rPr sz="2025">
                          <a:solidFill>
                            <a:srgbClr val="18324C"/>
                          </a:solidFill>
                          <a:latin typeface="Arial"/>
                          <a:ea typeface="Arial"/>
                          <a:cs typeface="Arial"/>
                        </a:rPr>
                        <a:t>Không</a:t>
                      </a:r>
                    </a:p>
                  </a:txBody>
                  <a:tcPr marL="91440" marR="91440" marT="45720" marB="45720">
                    <a:lnB w="9525">
                      <a:solidFill>
                        <a:srgbClr val="D9E2EB"/>
                      </a:solidFill>
                    </a:lnB>
                    <a:solidFill>
                      <a:srgbClr val="FFFFFF"/>
                    </a:solidFill>
                  </a:tcPr>
                </a:tc>
                <a:tc>
                  <a:txBody>
                    <a:bodyPr/>
                    <a:lstStyle/>
                    <a:p>
                      <a:r>
                        <a:rPr sz="2025">
                          <a:solidFill>
                            <a:srgbClr val="18324C"/>
                          </a:solidFill>
                          <a:latin typeface="Arial"/>
                          <a:ea typeface="Arial"/>
                          <a:cs typeface="Arial"/>
                        </a:rPr>
                        <a:t>Có</a:t>
                      </a:r>
                    </a:p>
                  </a:txBody>
                  <a:tcPr marL="91440" marR="91440" marT="45720" marB="45720">
                    <a:lnR w="9525">
                      <a:solidFill>
                        <a:srgbClr val="D9E2EB"/>
                      </a:solidFill>
                    </a:lnR>
                    <a:lnB w="9525">
                      <a:solidFill>
                        <a:srgbClr val="D9E2EB"/>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64EDB75-A93D-4A9A-8ECC-031A631094A1}"/>
              </a:ext>
            </a:extLst>
          </p:cNvPr>
          <p:cNvSpPr>
            <a:spLocks xmlns:a="http://schemas.openxmlformats.org/drawingml/2006/main" noGrp="1"/>
          </p:cNvSpPr>
          <p:nvPr/>
        </p:nvSpPr>
        <p:spPr>
          <a:xfrm xmlns:a="http://schemas.openxmlformats.org/drawingml/2006/main">
            <a:off x="790575" y="6772275"/>
            <a:ext cx="13335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F8C"/>
                </a:solidFill>
                <a:latin typeface="Arial"/>
                <a:ea typeface="Arial"/>
                <a:cs typeface="Arial"/>
              </a:defRPr>
            </a:defPPr>
            <a:lvl1pPr>
              <a:defRPr sz="2175" b="1">
                <a:solidFill>
                  <a:srgbClr val="087F8C"/>
                </a:solidFill>
                <a:latin typeface="Arial"/>
                <a:ea typeface="Arial"/>
                <a:cs typeface="Arial"/>
              </a:defRPr>
            </a:lvl1pPr>
            <a:lvl2pPr>
              <a:defRPr sz="2175" b="1">
                <a:solidFill>
                  <a:srgbClr val="087F8C"/>
                </a:solidFill>
                <a:latin typeface="Arial"/>
                <a:ea typeface="Arial"/>
                <a:cs typeface="Arial"/>
              </a:defRPr>
            </a:lvl2pPr>
            <a:lvl3pPr>
              <a:defRPr sz="2175" b="1">
                <a:solidFill>
                  <a:srgbClr val="087F8C"/>
                </a:solidFill>
                <a:latin typeface="Arial"/>
                <a:ea typeface="Arial"/>
                <a:cs typeface="Arial"/>
              </a:defRPr>
            </a:lvl3pPr>
            <a:lvl4pPr>
              <a:defRPr sz="2175" b="1">
                <a:solidFill>
                  <a:srgbClr val="087F8C"/>
                </a:solidFill>
                <a:latin typeface="Arial"/>
                <a:ea typeface="Arial"/>
                <a:cs typeface="Arial"/>
              </a:defRPr>
            </a:lvl4pPr>
            <a:lvl5pPr>
              <a:defRPr sz="2175" b="1">
                <a:solidFill>
                  <a:srgbClr val="087F8C"/>
                </a:solidFill>
                <a:latin typeface="Arial"/>
                <a:ea typeface="Arial"/>
                <a:cs typeface="Arial"/>
              </a:defRPr>
            </a:lvl5pPr>
            <a:lvl6pPr>
              <a:defRPr sz="2175" b="1">
                <a:solidFill>
                  <a:srgbClr val="087F8C"/>
                </a:solidFill>
                <a:latin typeface="Arial"/>
                <a:ea typeface="Arial"/>
                <a:cs typeface="Arial"/>
              </a:defRPr>
            </a:lvl6pPr>
            <a:lvl7pPr>
              <a:defRPr sz="2175" b="1">
                <a:solidFill>
                  <a:srgbClr val="087F8C"/>
                </a:solidFill>
                <a:latin typeface="Arial"/>
                <a:ea typeface="Arial"/>
                <a:cs typeface="Arial"/>
              </a:defRPr>
            </a:lvl7pPr>
            <a:lvl8pPr>
              <a:defRPr sz="2175" b="1">
                <a:solidFill>
                  <a:srgbClr val="087F8C"/>
                </a:solidFill>
                <a:latin typeface="Arial"/>
                <a:ea typeface="Arial"/>
                <a:cs typeface="Arial"/>
              </a:defRPr>
            </a:lvl8pPr>
            <a:lvl9pPr>
              <a:defRPr sz="2175" b="1">
                <a:solidFill>
                  <a:srgbClr val="087F8C"/>
                </a:solidFill>
                <a:latin typeface="Arial"/>
                <a:ea typeface="Arial"/>
                <a:cs typeface="Arial"/>
              </a:defRPr>
            </a:lvl9pPr>
          </a:lstStyle>
          <a:p xmlns:a="http://schemas.openxmlformats.org/drawingml/2006/main">
            <a:pPr>
              <a:defRPr sz="2175" b="1">
                <a:solidFill>
                  <a:srgbClr val="087F8C"/>
                </a:solidFill>
                <a:latin typeface="Arial"/>
                <a:ea typeface="Arial"/>
                <a:cs typeface="Arial"/>
              </a:defRPr>
            </a:pPr>
            <a:r>
              <a:rPr sz="2175" b="1">
                <a:solidFill>
                  <a:srgbClr val="087F8C"/>
                </a:solidFill>
                <a:latin typeface="Arial"/>
                <a:ea typeface="Arial"/>
                <a:cs typeface="Arial"/>
              </a:rPr>
              <a:t>* Manager đổi status và Admin tải byte: còn chờ SE–Khánh chốt contract</a:t>
            </a:r>
          </a:p>
        </p:txBody>
      </p:sp>
      <p:sp>
        <p:nvSpPr>
          <p:cNvPr id="6" name="">
            <a:extLst xmlns:a="http://schemas.openxmlformats.org/drawingml/2006/main">
              <a:ext uri="{FF2B5EF4-FFF2-40B4-BE49-F238E27FC236}">
                <a16:creationId xmlns:a16="http://schemas.microsoft.com/office/drawing/2014/main" id="{4805AB3A-BB8D-4D9F-9388-EEB29E6BDC37}"/>
              </a:ext>
            </a:extLst>
          </p:cNvPr>
          <p:cNvSpPr>
            <a:spLocks xmlns:a="http://schemas.openxmlformats.org/drawingml/2006/main" noGrp="1"/>
          </p:cNvSpPr>
          <p:nvPr/>
        </p:nvSpPr>
        <p:spPr>
          <a:xfrm xmlns:a="http://schemas.openxmlformats.org/drawingml/2006/main">
            <a:off x="790575" y="7515225"/>
            <a:ext cx="13287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0758A"/>
                </a:solidFill>
                <a:latin typeface="Arial"/>
                <a:ea typeface="Arial"/>
                <a:cs typeface="Arial"/>
              </a:defRPr>
            </a:defPPr>
            <a:lvl1pPr>
              <a:defRPr sz="1875" b="0">
                <a:solidFill>
                  <a:srgbClr val="60758A"/>
                </a:solidFill>
                <a:latin typeface="Arial"/>
                <a:ea typeface="Arial"/>
                <a:cs typeface="Arial"/>
              </a:defRPr>
            </a:lvl1pPr>
            <a:lvl2pPr>
              <a:defRPr sz="1875" b="0">
                <a:solidFill>
                  <a:srgbClr val="60758A"/>
                </a:solidFill>
                <a:latin typeface="Arial"/>
                <a:ea typeface="Arial"/>
                <a:cs typeface="Arial"/>
              </a:defRPr>
            </a:lvl2pPr>
            <a:lvl3pPr>
              <a:defRPr sz="1875" b="0">
                <a:solidFill>
                  <a:srgbClr val="60758A"/>
                </a:solidFill>
                <a:latin typeface="Arial"/>
                <a:ea typeface="Arial"/>
                <a:cs typeface="Arial"/>
              </a:defRPr>
            </a:lvl3pPr>
            <a:lvl4pPr>
              <a:defRPr sz="1875" b="0">
                <a:solidFill>
                  <a:srgbClr val="60758A"/>
                </a:solidFill>
                <a:latin typeface="Arial"/>
                <a:ea typeface="Arial"/>
                <a:cs typeface="Arial"/>
              </a:defRPr>
            </a:lvl4pPr>
            <a:lvl5pPr>
              <a:defRPr sz="1875" b="0">
                <a:solidFill>
                  <a:srgbClr val="60758A"/>
                </a:solidFill>
                <a:latin typeface="Arial"/>
                <a:ea typeface="Arial"/>
                <a:cs typeface="Arial"/>
              </a:defRPr>
            </a:lvl5pPr>
            <a:lvl6pPr>
              <a:defRPr sz="1875" b="0">
                <a:solidFill>
                  <a:srgbClr val="60758A"/>
                </a:solidFill>
                <a:latin typeface="Arial"/>
                <a:ea typeface="Arial"/>
                <a:cs typeface="Arial"/>
              </a:defRPr>
            </a:lvl6pPr>
            <a:lvl7pPr>
              <a:defRPr sz="1875" b="0">
                <a:solidFill>
                  <a:srgbClr val="60758A"/>
                </a:solidFill>
                <a:latin typeface="Arial"/>
                <a:ea typeface="Arial"/>
                <a:cs typeface="Arial"/>
              </a:defRPr>
            </a:lvl7pPr>
            <a:lvl8pPr>
              <a:defRPr sz="1875" b="0">
                <a:solidFill>
                  <a:srgbClr val="60758A"/>
                </a:solidFill>
                <a:latin typeface="Arial"/>
                <a:ea typeface="Arial"/>
                <a:cs typeface="Arial"/>
              </a:defRPr>
            </a:lvl8pPr>
            <a:lvl9pPr>
              <a:defRPr sz="1875" b="0">
                <a:solidFill>
                  <a:srgbClr val="60758A"/>
                </a:solidFill>
                <a:latin typeface="Arial"/>
                <a:ea typeface="Arial"/>
                <a:cs typeface="Arial"/>
              </a:defRPr>
            </a:lvl9pPr>
          </a:lstStyle>
          <a:p xmlns:a="http://schemas.openxmlformats.org/drawingml/2006/main">
            <a:pPr>
              <a:defRPr sz="1875" b="0">
                <a:solidFill>
                  <a:srgbClr val="60758A"/>
                </a:solidFill>
                <a:latin typeface="Arial"/>
                <a:ea typeface="Arial"/>
                <a:cs typeface="Arial"/>
              </a:defRPr>
            </a:pPr>
            <a:r>
              <a:rPr sz="1875" b="0">
                <a:solidFill>
                  <a:srgbClr val="60758A"/>
                </a:solidFill>
                <a:latin typeface="Arial"/>
                <a:ea typeface="Arial"/>
                <a:cs typeface="Arial"/>
              </a:rPr>
              <a:t>Đề xuất mã lỗi v1.2: 401 xác thực, 403 role endpoint, 404 phạm vi, 403 thao tác, 422 trạng thái.</a:t>
            </a:r>
          </a:p>
        </p:txBody>
      </p:sp>
    </p:spTree>
    <p:extLst>
      <p:ext uri="{BB962C8B-B14F-4D97-AF65-F5344CB8AC3E}">
        <p14:creationId xmlns:p14="http://schemas.microsoft.com/office/powerpoint/2010/main" val="110649254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7DC5BEA-B311-484C-9ABD-5B900F9B9E08}"/>
              </a:ext>
            </a:extLst>
          </p:cNvPr>
          <p:cNvSpPr>
            <a:spLocks xmlns:a="http://schemas.openxmlformats.org/drawingml/2006/main" noGrp="1"/>
          </p:cNvSpPr>
          <p:nvPr/>
        </p:nvSpPr>
        <p:spPr>
          <a:xfrm xmlns:a="http://schemas.openxmlformats.org/drawingml/2006/main">
            <a:off x="762000" y="438150"/>
            <a:ext cx="13668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0C2038"/>
                </a:solidFill>
                <a:latin typeface="Arial"/>
                <a:ea typeface="Arial"/>
                <a:cs typeface="Arial"/>
              </a:defRPr>
            </a:defPPr>
            <a:lvl1pPr>
              <a:defRPr sz="3900" b="1">
                <a:solidFill>
                  <a:srgbClr val="0C2038"/>
                </a:solidFill>
                <a:latin typeface="Arial"/>
                <a:ea typeface="Arial"/>
                <a:cs typeface="Arial"/>
              </a:defRPr>
            </a:lvl1pPr>
            <a:lvl2pPr>
              <a:defRPr sz="3900" b="1">
                <a:solidFill>
                  <a:srgbClr val="0C2038"/>
                </a:solidFill>
                <a:latin typeface="Arial"/>
                <a:ea typeface="Arial"/>
                <a:cs typeface="Arial"/>
              </a:defRPr>
            </a:lvl2pPr>
            <a:lvl3pPr>
              <a:defRPr sz="3900" b="1">
                <a:solidFill>
                  <a:srgbClr val="0C2038"/>
                </a:solidFill>
                <a:latin typeface="Arial"/>
                <a:ea typeface="Arial"/>
                <a:cs typeface="Arial"/>
              </a:defRPr>
            </a:lvl3pPr>
            <a:lvl4pPr>
              <a:defRPr sz="3900" b="1">
                <a:solidFill>
                  <a:srgbClr val="0C2038"/>
                </a:solidFill>
                <a:latin typeface="Arial"/>
                <a:ea typeface="Arial"/>
                <a:cs typeface="Arial"/>
              </a:defRPr>
            </a:lvl4pPr>
            <a:lvl5pPr>
              <a:defRPr sz="3900" b="1">
                <a:solidFill>
                  <a:srgbClr val="0C2038"/>
                </a:solidFill>
                <a:latin typeface="Arial"/>
                <a:ea typeface="Arial"/>
                <a:cs typeface="Arial"/>
              </a:defRPr>
            </a:lvl5pPr>
            <a:lvl6pPr>
              <a:defRPr sz="3900" b="1">
                <a:solidFill>
                  <a:srgbClr val="0C2038"/>
                </a:solidFill>
                <a:latin typeface="Arial"/>
                <a:ea typeface="Arial"/>
                <a:cs typeface="Arial"/>
              </a:defRPr>
            </a:lvl6pPr>
            <a:lvl7pPr>
              <a:defRPr sz="3900" b="1">
                <a:solidFill>
                  <a:srgbClr val="0C2038"/>
                </a:solidFill>
                <a:latin typeface="Arial"/>
                <a:ea typeface="Arial"/>
                <a:cs typeface="Arial"/>
              </a:defRPr>
            </a:lvl7pPr>
            <a:lvl8pPr>
              <a:defRPr sz="3900" b="1">
                <a:solidFill>
                  <a:srgbClr val="0C2038"/>
                </a:solidFill>
                <a:latin typeface="Arial"/>
                <a:ea typeface="Arial"/>
                <a:cs typeface="Arial"/>
              </a:defRPr>
            </a:lvl8pPr>
            <a:lvl9pPr>
              <a:defRPr sz="3900" b="1">
                <a:solidFill>
                  <a:srgbClr val="0C2038"/>
                </a:solidFill>
                <a:latin typeface="Arial"/>
                <a:ea typeface="Arial"/>
                <a:cs typeface="Arial"/>
              </a:defRPr>
            </a:lvl9pPr>
          </a:lstStyle>
          <a:p xmlns:a="http://schemas.openxmlformats.org/drawingml/2006/main">
            <a:pPr>
              <a:defRPr sz="3900" b="1">
                <a:solidFill>
                  <a:srgbClr val="0C2038"/>
                </a:solidFill>
                <a:latin typeface="Arial"/>
                <a:ea typeface="Arial"/>
                <a:cs typeface="Arial"/>
              </a:defRPr>
            </a:pPr>
            <a:r>
              <a:rPr sz="3900" b="1">
                <a:solidFill>
                  <a:srgbClr val="0C2038"/>
                </a:solidFill>
                <a:latin typeface="Arial"/>
                <a:ea typeface="Arial"/>
                <a:cs typeface="Arial"/>
              </a:rPr>
              <a:t>Màn hình chi tiết và validation</a:t>
            </a:r>
          </a:p>
        </p:txBody>
      </p:sp>
      <p:sp>
        <p:nvSpPr>
          <p:cNvPr id="3" name="">
            <a:extLst xmlns:a="http://schemas.openxmlformats.org/drawingml/2006/main">
              <a:ext uri="{FF2B5EF4-FFF2-40B4-BE49-F238E27FC236}">
                <a16:creationId xmlns:a16="http://schemas.microsoft.com/office/drawing/2014/main" id="{452859B8-9334-4C34-994E-5C419FA616B4}"/>
              </a:ext>
            </a:extLst>
          </p:cNvPr>
          <p:cNvSpPr>
            <a:spLocks xmlns:a="http://schemas.openxmlformats.org/drawingml/2006/main" noGrp="1"/>
          </p:cNvSpPr>
          <p:nvPr/>
        </p:nvSpPr>
        <p:spPr>
          <a:xfrm xmlns:a="http://schemas.openxmlformats.org/drawingml/2006/main">
            <a:off x="13696950" y="812482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0758A"/>
                </a:solidFill>
                <a:latin typeface="Arial"/>
                <a:ea typeface="Arial"/>
                <a:cs typeface="Arial"/>
              </a:defRPr>
            </a:defPPr>
            <a:lvl1pPr>
              <a:defRPr sz="1425" b="0">
                <a:solidFill>
                  <a:srgbClr val="60758A"/>
                </a:solidFill>
                <a:latin typeface="Arial"/>
                <a:ea typeface="Arial"/>
                <a:cs typeface="Arial"/>
              </a:defRPr>
            </a:lvl1pPr>
            <a:lvl2pPr>
              <a:defRPr sz="1425" b="0">
                <a:solidFill>
                  <a:srgbClr val="60758A"/>
                </a:solidFill>
                <a:latin typeface="Arial"/>
                <a:ea typeface="Arial"/>
                <a:cs typeface="Arial"/>
              </a:defRPr>
            </a:lvl2pPr>
            <a:lvl3pPr>
              <a:defRPr sz="1425" b="0">
                <a:solidFill>
                  <a:srgbClr val="60758A"/>
                </a:solidFill>
                <a:latin typeface="Arial"/>
                <a:ea typeface="Arial"/>
                <a:cs typeface="Arial"/>
              </a:defRPr>
            </a:lvl3pPr>
            <a:lvl4pPr>
              <a:defRPr sz="1425" b="0">
                <a:solidFill>
                  <a:srgbClr val="60758A"/>
                </a:solidFill>
                <a:latin typeface="Arial"/>
                <a:ea typeface="Arial"/>
                <a:cs typeface="Arial"/>
              </a:defRPr>
            </a:lvl4pPr>
            <a:lvl5pPr>
              <a:defRPr sz="1425" b="0">
                <a:solidFill>
                  <a:srgbClr val="60758A"/>
                </a:solidFill>
                <a:latin typeface="Arial"/>
                <a:ea typeface="Arial"/>
                <a:cs typeface="Arial"/>
              </a:defRPr>
            </a:lvl5pPr>
            <a:lvl6pPr>
              <a:defRPr sz="1425" b="0">
                <a:solidFill>
                  <a:srgbClr val="60758A"/>
                </a:solidFill>
                <a:latin typeface="Arial"/>
                <a:ea typeface="Arial"/>
                <a:cs typeface="Arial"/>
              </a:defRPr>
            </a:lvl6pPr>
            <a:lvl7pPr>
              <a:defRPr sz="1425" b="0">
                <a:solidFill>
                  <a:srgbClr val="60758A"/>
                </a:solidFill>
                <a:latin typeface="Arial"/>
                <a:ea typeface="Arial"/>
                <a:cs typeface="Arial"/>
              </a:defRPr>
            </a:lvl7pPr>
            <a:lvl8pPr>
              <a:defRPr sz="1425" b="0">
                <a:solidFill>
                  <a:srgbClr val="60758A"/>
                </a:solidFill>
                <a:latin typeface="Arial"/>
                <a:ea typeface="Arial"/>
                <a:cs typeface="Arial"/>
              </a:defRPr>
            </a:lvl8pPr>
            <a:lvl9pPr>
              <a:defRPr sz="1425" b="0">
                <a:solidFill>
                  <a:srgbClr val="60758A"/>
                </a:solidFill>
                <a:latin typeface="Arial"/>
                <a:ea typeface="Arial"/>
                <a:cs typeface="Arial"/>
              </a:defRPr>
            </a:lvl9pPr>
          </a:lstStyle>
          <a:p xmlns:a="http://schemas.openxmlformats.org/drawingml/2006/main">
            <a:pPr>
              <a:defRPr sz="1425" b="0">
                <a:solidFill>
                  <a:srgbClr val="60758A"/>
                </a:solidFill>
                <a:latin typeface="Arial"/>
                <a:ea typeface="Arial"/>
                <a:cs typeface="Arial"/>
              </a:defRPr>
            </a:pPr>
            <a:r>
              <a:rPr sz="1425" b="0">
                <a:solidFill>
                  <a:srgbClr val="60758A"/>
                </a:solidFill>
                <a:latin typeface="Arial"/>
                <a:ea typeface="Arial"/>
                <a:cs typeface="Arial"/>
              </a:rPr>
              <a:t>07 / 12</a:t>
            </a:r>
          </a:p>
        </p:txBody>
      </p:sp>
      <p:sp>
        <p:nvSpPr>
          <p:cNvPr id="4" name="">
            <a:extLst xmlns:a="http://schemas.openxmlformats.org/drawingml/2006/main">
              <a:ext uri="{FF2B5EF4-FFF2-40B4-BE49-F238E27FC236}">
                <a16:creationId xmlns:a16="http://schemas.microsoft.com/office/drawing/2014/main" id="{FF93B4C7-18B4-4516-923F-7AE3EE9DC55C}"/>
              </a:ext>
            </a:extLst>
          </p:cNvPr>
          <p:cNvSpPr>
            <a:spLocks xmlns:a="http://schemas.openxmlformats.org/drawingml/2006/main" noGrp="1"/>
          </p:cNvSpPr>
          <p:nvPr/>
        </p:nvSpPr>
        <p:spPr>
          <a:xfrm xmlns:a="http://schemas.openxmlformats.org/drawingml/2006/main">
            <a:off x="790575" y="1190625"/>
            <a:ext cx="1333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087F8C"/>
                </a:solidFill>
                <a:latin typeface="Arial"/>
                <a:ea typeface="Arial"/>
                <a:cs typeface="Arial"/>
              </a:defRPr>
            </a:defPPr>
            <a:lvl1pPr>
              <a:defRPr sz="2475" b="0">
                <a:solidFill>
                  <a:srgbClr val="087F8C"/>
                </a:solidFill>
                <a:latin typeface="Arial"/>
                <a:ea typeface="Arial"/>
                <a:cs typeface="Arial"/>
              </a:defRPr>
            </a:lvl1pPr>
            <a:lvl2pPr>
              <a:defRPr sz="2475" b="0">
                <a:solidFill>
                  <a:srgbClr val="087F8C"/>
                </a:solidFill>
                <a:latin typeface="Arial"/>
                <a:ea typeface="Arial"/>
                <a:cs typeface="Arial"/>
              </a:defRPr>
            </a:lvl2pPr>
            <a:lvl3pPr>
              <a:defRPr sz="2475" b="0">
                <a:solidFill>
                  <a:srgbClr val="087F8C"/>
                </a:solidFill>
                <a:latin typeface="Arial"/>
                <a:ea typeface="Arial"/>
                <a:cs typeface="Arial"/>
              </a:defRPr>
            </a:lvl3pPr>
            <a:lvl4pPr>
              <a:defRPr sz="2475" b="0">
                <a:solidFill>
                  <a:srgbClr val="087F8C"/>
                </a:solidFill>
                <a:latin typeface="Arial"/>
                <a:ea typeface="Arial"/>
                <a:cs typeface="Arial"/>
              </a:defRPr>
            </a:lvl4pPr>
            <a:lvl5pPr>
              <a:defRPr sz="2475" b="0">
                <a:solidFill>
                  <a:srgbClr val="087F8C"/>
                </a:solidFill>
                <a:latin typeface="Arial"/>
                <a:ea typeface="Arial"/>
                <a:cs typeface="Arial"/>
              </a:defRPr>
            </a:lvl5pPr>
            <a:lvl6pPr>
              <a:defRPr sz="2475" b="0">
                <a:solidFill>
                  <a:srgbClr val="087F8C"/>
                </a:solidFill>
                <a:latin typeface="Arial"/>
                <a:ea typeface="Arial"/>
                <a:cs typeface="Arial"/>
              </a:defRPr>
            </a:lvl6pPr>
            <a:lvl7pPr>
              <a:defRPr sz="2475" b="0">
                <a:solidFill>
                  <a:srgbClr val="087F8C"/>
                </a:solidFill>
                <a:latin typeface="Arial"/>
                <a:ea typeface="Arial"/>
                <a:cs typeface="Arial"/>
              </a:defRPr>
            </a:lvl7pPr>
            <a:lvl8pPr>
              <a:defRPr sz="2475" b="0">
                <a:solidFill>
                  <a:srgbClr val="087F8C"/>
                </a:solidFill>
                <a:latin typeface="Arial"/>
                <a:ea typeface="Arial"/>
                <a:cs typeface="Arial"/>
              </a:defRPr>
            </a:lvl8pPr>
            <a:lvl9pPr>
              <a:defRPr sz="2475" b="0">
                <a:solidFill>
                  <a:srgbClr val="087F8C"/>
                </a:solidFill>
                <a:latin typeface="Arial"/>
                <a:ea typeface="Arial"/>
                <a:cs typeface="Arial"/>
              </a:defRPr>
            </a:lvl9pPr>
          </a:lstStyle>
          <a:p xmlns:a="http://schemas.openxmlformats.org/drawingml/2006/main">
            <a:pPr>
              <a:defRPr sz="2475" b="0">
                <a:solidFill>
                  <a:srgbClr val="087F8C"/>
                </a:solidFill>
                <a:latin typeface="Arial"/>
                <a:ea typeface="Arial"/>
                <a:cs typeface="Arial"/>
              </a:defRPr>
            </a:pPr>
            <a:r>
              <a:rPr sz="2475" b="0">
                <a:solidFill>
                  <a:srgbClr val="087F8C"/>
                </a:solidFill>
                <a:latin typeface="Arial"/>
                <a:ea typeface="Arial"/>
                <a:cs typeface="Arial"/>
              </a:rPr>
              <a:t>SDD §5 đã có 9 Screen ID, screen flow và wireframe</a:t>
            </a:r>
          </a:p>
        </p:txBody>
      </p:sp>
      <p:pic>
        <p:nvPicPr>
          <p:cNvPr id="5" name="">
            <a:extLst xmlns:a="http://schemas.openxmlformats.org/drawingml/2006/main">
              <a:ext uri="{FF2B5EF4-FFF2-40B4-BE49-F238E27FC236}">
                <a16:creationId xmlns:a16="http://schemas.microsoft.com/office/drawing/2014/main" id="{76233238-F8AA-4156-8B2D-5C5AFEDC9824}"/>
              </a:ext>
            </a:extLst>
          </p:cNvPr>
          <p:cNvPicPr>
            <a:picLocks xmlns:a="http://schemas.openxmlformats.org/drawingml/2006/main" noChangeAspect="1"/>
          </p:cNvPicPr>
          <p:nvPr/>
        </p:nvPicPr>
        <p:blipFill>
          <a:blip xmlns:r="http://schemas.openxmlformats.org/officeDocument/2006/relationships" xmlns:a="http://schemas.openxmlformats.org/drawingml/2006/main" r:embed="R799d25bdd7394ca3"/>
          <a:stretch xmlns:a="http://schemas.openxmlformats.org/drawingml/2006/main"/>
        </p:blipFill>
        <p:spPr>
          <a:xfrm xmlns:a="http://schemas.openxmlformats.org/drawingml/2006/main">
            <a:off x="1144515" y="1905000"/>
            <a:ext cx="12950969" cy="5619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9700F6F-BD72-4DFF-9C17-F68C934D864D}"/>
              </a:ext>
            </a:extLst>
          </p:cNvPr>
          <p:cNvSpPr>
            <a:spLocks xmlns:a="http://schemas.openxmlformats.org/drawingml/2006/main" noGrp="1"/>
          </p:cNvSpPr>
          <p:nvPr/>
        </p:nvSpPr>
        <p:spPr>
          <a:xfrm xmlns:a="http://schemas.openxmlformats.org/drawingml/2006/main">
            <a:off x="790575" y="7800975"/>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0758A"/>
                </a:solidFill>
                <a:latin typeface="Arial"/>
                <a:ea typeface="Arial"/>
                <a:cs typeface="Arial"/>
              </a:defRPr>
            </a:defPPr>
            <a:lvl1pPr>
              <a:defRPr sz="1800" b="0">
                <a:solidFill>
                  <a:srgbClr val="60758A"/>
                </a:solidFill>
                <a:latin typeface="Arial"/>
                <a:ea typeface="Arial"/>
                <a:cs typeface="Arial"/>
              </a:defRPr>
            </a:lvl1pPr>
            <a:lvl2pPr>
              <a:defRPr sz="1800" b="0">
                <a:solidFill>
                  <a:srgbClr val="60758A"/>
                </a:solidFill>
                <a:latin typeface="Arial"/>
                <a:ea typeface="Arial"/>
                <a:cs typeface="Arial"/>
              </a:defRPr>
            </a:lvl2pPr>
            <a:lvl3pPr>
              <a:defRPr sz="1800" b="0">
                <a:solidFill>
                  <a:srgbClr val="60758A"/>
                </a:solidFill>
                <a:latin typeface="Arial"/>
                <a:ea typeface="Arial"/>
                <a:cs typeface="Arial"/>
              </a:defRPr>
            </a:lvl3pPr>
            <a:lvl4pPr>
              <a:defRPr sz="1800" b="0">
                <a:solidFill>
                  <a:srgbClr val="60758A"/>
                </a:solidFill>
                <a:latin typeface="Arial"/>
                <a:ea typeface="Arial"/>
                <a:cs typeface="Arial"/>
              </a:defRPr>
            </a:lvl4pPr>
            <a:lvl5pPr>
              <a:defRPr sz="1800" b="0">
                <a:solidFill>
                  <a:srgbClr val="60758A"/>
                </a:solidFill>
                <a:latin typeface="Arial"/>
                <a:ea typeface="Arial"/>
                <a:cs typeface="Arial"/>
              </a:defRPr>
            </a:lvl5pPr>
            <a:lvl6pPr>
              <a:defRPr sz="1800" b="0">
                <a:solidFill>
                  <a:srgbClr val="60758A"/>
                </a:solidFill>
                <a:latin typeface="Arial"/>
                <a:ea typeface="Arial"/>
                <a:cs typeface="Arial"/>
              </a:defRPr>
            </a:lvl6pPr>
            <a:lvl7pPr>
              <a:defRPr sz="1800" b="0">
                <a:solidFill>
                  <a:srgbClr val="60758A"/>
                </a:solidFill>
                <a:latin typeface="Arial"/>
                <a:ea typeface="Arial"/>
                <a:cs typeface="Arial"/>
              </a:defRPr>
            </a:lvl7pPr>
            <a:lvl8pPr>
              <a:defRPr sz="1800" b="0">
                <a:solidFill>
                  <a:srgbClr val="60758A"/>
                </a:solidFill>
                <a:latin typeface="Arial"/>
                <a:ea typeface="Arial"/>
                <a:cs typeface="Arial"/>
              </a:defRPr>
            </a:lvl8pPr>
            <a:lvl9pPr>
              <a:defRPr sz="1800" b="0">
                <a:solidFill>
                  <a:srgbClr val="60758A"/>
                </a:solidFill>
                <a:latin typeface="Arial"/>
                <a:ea typeface="Arial"/>
                <a:cs typeface="Arial"/>
              </a:defRPr>
            </a:lvl9pPr>
          </a:lstStyle>
          <a:p xmlns:a="http://schemas.openxmlformats.org/drawingml/2006/main">
            <a:pPr>
              <a:defRPr sz="1800" b="0">
                <a:solidFill>
                  <a:srgbClr val="60758A"/>
                </a:solidFill>
                <a:latin typeface="Arial"/>
                <a:ea typeface="Arial"/>
                <a:cs typeface="Arial"/>
              </a:defRPr>
            </a:pPr>
            <a:r>
              <a:rPr sz="1800" b="0">
                <a:solidFill>
                  <a:srgbClr val="60758A"/>
                </a:solidFill>
                <a:latin typeface="Arial"/>
                <a:ea typeface="Arial"/>
                <a:cs typeface="Arial"/>
              </a:rPr>
              <a:t>Ảnh wireframe là bản thiết kế. Nhãn Login cần Email và nhánh Reopen cần khớp Resolved theo SRS.</a:t>
            </a:r>
          </a:p>
        </p:txBody>
      </p:sp>
    </p:spTree>
    <p:extLst>
      <p:ext uri="{BB962C8B-B14F-4D97-AF65-F5344CB8AC3E}">
        <p14:creationId xmlns:p14="http://schemas.microsoft.com/office/powerpoint/2010/main" val="102215111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732203D-44E4-40EC-B4FF-EFA9CEFCA989}"/>
              </a:ext>
            </a:extLst>
          </p:cNvPr>
          <p:cNvSpPr>
            <a:spLocks xmlns:a="http://schemas.openxmlformats.org/drawingml/2006/main" noGrp="1"/>
          </p:cNvSpPr>
          <p:nvPr/>
        </p:nvSpPr>
        <p:spPr>
          <a:xfrm xmlns:a="http://schemas.openxmlformats.org/drawingml/2006/main">
            <a:off x="762000" y="438150"/>
            <a:ext cx="13668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0C2038"/>
                </a:solidFill>
                <a:latin typeface="Arial"/>
                <a:ea typeface="Arial"/>
                <a:cs typeface="Arial"/>
              </a:defRPr>
            </a:defPPr>
            <a:lvl1pPr>
              <a:defRPr sz="3900" b="1">
                <a:solidFill>
                  <a:srgbClr val="0C2038"/>
                </a:solidFill>
                <a:latin typeface="Arial"/>
                <a:ea typeface="Arial"/>
                <a:cs typeface="Arial"/>
              </a:defRPr>
            </a:lvl1pPr>
            <a:lvl2pPr>
              <a:defRPr sz="3900" b="1">
                <a:solidFill>
                  <a:srgbClr val="0C2038"/>
                </a:solidFill>
                <a:latin typeface="Arial"/>
                <a:ea typeface="Arial"/>
                <a:cs typeface="Arial"/>
              </a:defRPr>
            </a:lvl2pPr>
            <a:lvl3pPr>
              <a:defRPr sz="3900" b="1">
                <a:solidFill>
                  <a:srgbClr val="0C2038"/>
                </a:solidFill>
                <a:latin typeface="Arial"/>
                <a:ea typeface="Arial"/>
                <a:cs typeface="Arial"/>
              </a:defRPr>
            </a:lvl3pPr>
            <a:lvl4pPr>
              <a:defRPr sz="3900" b="1">
                <a:solidFill>
                  <a:srgbClr val="0C2038"/>
                </a:solidFill>
                <a:latin typeface="Arial"/>
                <a:ea typeface="Arial"/>
                <a:cs typeface="Arial"/>
              </a:defRPr>
            </a:lvl4pPr>
            <a:lvl5pPr>
              <a:defRPr sz="3900" b="1">
                <a:solidFill>
                  <a:srgbClr val="0C2038"/>
                </a:solidFill>
                <a:latin typeface="Arial"/>
                <a:ea typeface="Arial"/>
                <a:cs typeface="Arial"/>
              </a:defRPr>
            </a:lvl5pPr>
            <a:lvl6pPr>
              <a:defRPr sz="3900" b="1">
                <a:solidFill>
                  <a:srgbClr val="0C2038"/>
                </a:solidFill>
                <a:latin typeface="Arial"/>
                <a:ea typeface="Arial"/>
                <a:cs typeface="Arial"/>
              </a:defRPr>
            </a:lvl6pPr>
            <a:lvl7pPr>
              <a:defRPr sz="3900" b="1">
                <a:solidFill>
                  <a:srgbClr val="0C2038"/>
                </a:solidFill>
                <a:latin typeface="Arial"/>
                <a:ea typeface="Arial"/>
                <a:cs typeface="Arial"/>
              </a:defRPr>
            </a:lvl7pPr>
            <a:lvl8pPr>
              <a:defRPr sz="3900" b="1">
                <a:solidFill>
                  <a:srgbClr val="0C2038"/>
                </a:solidFill>
                <a:latin typeface="Arial"/>
                <a:ea typeface="Arial"/>
                <a:cs typeface="Arial"/>
              </a:defRPr>
            </a:lvl8pPr>
            <a:lvl9pPr>
              <a:defRPr sz="3900" b="1">
                <a:solidFill>
                  <a:srgbClr val="0C2038"/>
                </a:solidFill>
                <a:latin typeface="Arial"/>
                <a:ea typeface="Arial"/>
                <a:cs typeface="Arial"/>
              </a:defRPr>
            </a:lvl9pPr>
          </a:lstStyle>
          <a:p xmlns:a="http://schemas.openxmlformats.org/drawingml/2006/main">
            <a:pPr>
              <a:defRPr sz="3900" b="1">
                <a:solidFill>
                  <a:srgbClr val="0C2038"/>
                </a:solidFill>
                <a:latin typeface="Arial"/>
                <a:ea typeface="Arial"/>
                <a:cs typeface="Arial"/>
              </a:defRPr>
            </a:pPr>
            <a:r>
              <a:rPr sz="3900" b="1">
                <a:solidFill>
                  <a:srgbClr val="0C2038"/>
                </a:solidFill>
                <a:latin typeface="Arial"/>
                <a:ea typeface="Arial"/>
                <a:cs typeface="Arial"/>
              </a:rPr>
              <a:t>STRIDE và các tài sản cần bảo vệ</a:t>
            </a:r>
          </a:p>
        </p:txBody>
      </p:sp>
      <p:sp>
        <p:nvSpPr>
          <p:cNvPr id="3" name="">
            <a:extLst xmlns:a="http://schemas.openxmlformats.org/drawingml/2006/main">
              <a:ext uri="{FF2B5EF4-FFF2-40B4-BE49-F238E27FC236}">
                <a16:creationId xmlns:a16="http://schemas.microsoft.com/office/drawing/2014/main" id="{B5107FE4-3712-4C78-AB0C-019BB97FF6DA}"/>
              </a:ext>
            </a:extLst>
          </p:cNvPr>
          <p:cNvSpPr>
            <a:spLocks xmlns:a="http://schemas.openxmlformats.org/drawingml/2006/main" noGrp="1"/>
          </p:cNvSpPr>
          <p:nvPr/>
        </p:nvSpPr>
        <p:spPr>
          <a:xfrm xmlns:a="http://schemas.openxmlformats.org/drawingml/2006/main">
            <a:off x="13696950" y="812482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0758A"/>
                </a:solidFill>
                <a:latin typeface="Arial"/>
                <a:ea typeface="Arial"/>
                <a:cs typeface="Arial"/>
              </a:defRPr>
            </a:defPPr>
            <a:lvl1pPr>
              <a:defRPr sz="1425" b="0">
                <a:solidFill>
                  <a:srgbClr val="60758A"/>
                </a:solidFill>
                <a:latin typeface="Arial"/>
                <a:ea typeface="Arial"/>
                <a:cs typeface="Arial"/>
              </a:defRPr>
            </a:lvl1pPr>
            <a:lvl2pPr>
              <a:defRPr sz="1425" b="0">
                <a:solidFill>
                  <a:srgbClr val="60758A"/>
                </a:solidFill>
                <a:latin typeface="Arial"/>
                <a:ea typeface="Arial"/>
                <a:cs typeface="Arial"/>
              </a:defRPr>
            </a:lvl2pPr>
            <a:lvl3pPr>
              <a:defRPr sz="1425" b="0">
                <a:solidFill>
                  <a:srgbClr val="60758A"/>
                </a:solidFill>
                <a:latin typeface="Arial"/>
                <a:ea typeface="Arial"/>
                <a:cs typeface="Arial"/>
              </a:defRPr>
            </a:lvl3pPr>
            <a:lvl4pPr>
              <a:defRPr sz="1425" b="0">
                <a:solidFill>
                  <a:srgbClr val="60758A"/>
                </a:solidFill>
                <a:latin typeface="Arial"/>
                <a:ea typeface="Arial"/>
                <a:cs typeface="Arial"/>
              </a:defRPr>
            </a:lvl4pPr>
            <a:lvl5pPr>
              <a:defRPr sz="1425" b="0">
                <a:solidFill>
                  <a:srgbClr val="60758A"/>
                </a:solidFill>
                <a:latin typeface="Arial"/>
                <a:ea typeface="Arial"/>
                <a:cs typeface="Arial"/>
              </a:defRPr>
            </a:lvl5pPr>
            <a:lvl6pPr>
              <a:defRPr sz="1425" b="0">
                <a:solidFill>
                  <a:srgbClr val="60758A"/>
                </a:solidFill>
                <a:latin typeface="Arial"/>
                <a:ea typeface="Arial"/>
                <a:cs typeface="Arial"/>
              </a:defRPr>
            </a:lvl6pPr>
            <a:lvl7pPr>
              <a:defRPr sz="1425" b="0">
                <a:solidFill>
                  <a:srgbClr val="60758A"/>
                </a:solidFill>
                <a:latin typeface="Arial"/>
                <a:ea typeface="Arial"/>
                <a:cs typeface="Arial"/>
              </a:defRPr>
            </a:lvl7pPr>
            <a:lvl8pPr>
              <a:defRPr sz="1425" b="0">
                <a:solidFill>
                  <a:srgbClr val="60758A"/>
                </a:solidFill>
                <a:latin typeface="Arial"/>
                <a:ea typeface="Arial"/>
                <a:cs typeface="Arial"/>
              </a:defRPr>
            </a:lvl8pPr>
            <a:lvl9pPr>
              <a:defRPr sz="1425" b="0">
                <a:solidFill>
                  <a:srgbClr val="60758A"/>
                </a:solidFill>
                <a:latin typeface="Arial"/>
                <a:ea typeface="Arial"/>
                <a:cs typeface="Arial"/>
              </a:defRPr>
            </a:lvl9pPr>
          </a:lstStyle>
          <a:p xmlns:a="http://schemas.openxmlformats.org/drawingml/2006/main">
            <a:pPr>
              <a:defRPr sz="1425" b="0">
                <a:solidFill>
                  <a:srgbClr val="60758A"/>
                </a:solidFill>
                <a:latin typeface="Arial"/>
                <a:ea typeface="Arial"/>
                <a:cs typeface="Arial"/>
              </a:defRPr>
            </a:pPr>
            <a:r>
              <a:rPr sz="1425" b="0">
                <a:solidFill>
                  <a:srgbClr val="60758A"/>
                </a:solidFill>
                <a:latin typeface="Arial"/>
                <a:ea typeface="Arial"/>
                <a:cs typeface="Arial"/>
              </a:rPr>
              <a:t>08 / 12</a:t>
            </a:r>
          </a:p>
        </p:txBody>
      </p:sp>
      <p:graphicFrame>
        <p:nvGraphicFramePr>
          <p:cNvPr id="4" name="">
            <a:extLst xmlns:a="http://schemas.openxmlformats.org/drawingml/2006/main">
              <a:ext uri="{FF2B5EF4-FFF2-40B4-BE49-F238E27FC236}">
                <a16:creationId xmlns:a16="http://schemas.microsoft.com/office/drawing/2014/main" id="{260376F2-4C2D-4BF1-853D-BB03E54D54DE}"/>
              </a:ext>
            </a:extLst>
          </p:cNvPr>
          <p:cNvGraphicFramePr/>
          <p:nvPr/>
        </p:nvGraphicFramePr>
        <p:xfrm>
          <a:off xmlns:a="http://schemas.openxmlformats.org/drawingml/2006/main" x="781050" y="1752600"/>
          <a:ext xmlns:a="http://schemas.openxmlformats.org/drawingml/2006/main" cx="13639800" cy="4438650"/>
        </p:xfrm>
        <a:graphic xmlns:a="http://schemas.openxmlformats.org/drawingml/2006/main">
          <a:graphicData uri="http://schemas.openxmlformats.org/drawingml/2006/table">
            <a:tbl>
              <a:tblPr/>
              <a:tblGrid>
                <a:gridCol w="3381375"/>
                <a:gridCol w="3333750"/>
                <a:gridCol w="6924675"/>
              </a:tblGrid>
              <a:tr h="634093">
                <a:tc>
                  <a:txBody>
                    <a:bodyPr/>
                    <a:lstStyle/>
                    <a:p>
                      <a:r>
                        <a:rPr sz="2175" b="1">
                          <a:solidFill>
                            <a:srgbClr val="FFFFFF"/>
                          </a:solidFill>
                          <a:latin typeface="Arial"/>
                          <a:ea typeface="Arial"/>
                          <a:cs typeface="Arial"/>
                        </a:rPr>
                        <a:t>Nhóm rủi ro</a:t>
                      </a:r>
                    </a:p>
                  </a:txBody>
                  <a:tcPr marL="91440" marR="91440" marT="45720" marB="45720">
                    <a:lnL w="9525">
                      <a:solidFill>
                        <a:srgbClr val="D9E2EB"/>
                      </a:solidFill>
                    </a:lnL>
                    <a:lnT w="9525">
                      <a:solidFill>
                        <a:srgbClr val="D9E2EB"/>
                      </a:solidFill>
                    </a:lnT>
                    <a:solidFill>
                      <a:srgbClr val="0C2038"/>
                    </a:solidFill>
                  </a:tcPr>
                </a:tc>
                <a:tc>
                  <a:txBody>
                    <a:bodyPr/>
                    <a:lstStyle/>
                    <a:p>
                      <a:r>
                        <a:rPr sz="2175" b="1">
                          <a:solidFill>
                            <a:srgbClr val="FFFFFF"/>
                          </a:solidFill>
                          <a:latin typeface="Arial"/>
                          <a:ea typeface="Arial"/>
                          <a:cs typeface="Arial"/>
                        </a:rPr>
                        <a:t>Threat ID</a:t>
                      </a:r>
                    </a:p>
                  </a:txBody>
                  <a:tcPr marL="91440" marR="91440" marT="45720" marB="45720">
                    <a:lnT w="9525">
                      <a:solidFill>
                        <a:srgbClr val="D9E2EB"/>
                      </a:solidFill>
                    </a:lnT>
                    <a:solidFill>
                      <a:srgbClr val="0C2038"/>
                    </a:solidFill>
                  </a:tcPr>
                </a:tc>
                <a:tc>
                  <a:txBody>
                    <a:bodyPr/>
                    <a:lstStyle/>
                    <a:p>
                      <a:r>
                        <a:rPr sz="2175" b="1">
                          <a:solidFill>
                            <a:srgbClr val="FFFFFF"/>
                          </a:solidFill>
                          <a:latin typeface="Arial"/>
                          <a:ea typeface="Arial"/>
                          <a:cs typeface="Arial"/>
                        </a:rPr>
                        <a:t>Kiểm soát chính</a:t>
                      </a:r>
                    </a:p>
                  </a:txBody>
                  <a:tcPr marL="91440" marR="91440" marT="45720" marB="45720">
                    <a:lnR w="9525">
                      <a:solidFill>
                        <a:srgbClr val="D9E2EB"/>
                      </a:solidFill>
                    </a:lnR>
                    <a:lnT w="9525">
                      <a:solidFill>
                        <a:srgbClr val="D9E2EB"/>
                      </a:solidFill>
                    </a:lnT>
                    <a:solidFill>
                      <a:srgbClr val="0C2038"/>
                    </a:solidFill>
                  </a:tcPr>
                </a:tc>
              </a:tr>
              <a:tr h="634093">
                <a:tc>
                  <a:txBody>
                    <a:bodyPr/>
                    <a:lstStyle/>
                    <a:p>
                      <a:r>
                        <a:rPr sz="2175">
                          <a:solidFill>
                            <a:srgbClr val="18324C"/>
                          </a:solidFill>
                          <a:latin typeface="Arial"/>
                          <a:ea typeface="Arial"/>
                          <a:cs typeface="Arial"/>
                        </a:rPr>
                        <a:t>Tài khoản và phiên</a:t>
                      </a:r>
                    </a:p>
                  </a:txBody>
                  <a:tcPr marL="91440" marR="91440" marT="45720" marB="45720">
                    <a:lnL w="9525">
                      <a:solidFill>
                        <a:srgbClr val="D9E2EB"/>
                      </a:solidFill>
                    </a:lnL>
                    <a:solidFill>
                      <a:srgbClr val="FFFFFF"/>
                    </a:solidFill>
                  </a:tcPr>
                </a:tc>
                <a:tc>
                  <a:txBody>
                    <a:bodyPr/>
                    <a:lstStyle/>
                    <a:p>
                      <a:r>
                        <a:rPr sz="2175">
                          <a:solidFill>
                            <a:srgbClr val="18324C"/>
                          </a:solidFill>
                          <a:latin typeface="Arial"/>
                          <a:ea typeface="Arial"/>
                          <a:cs typeface="Arial"/>
                        </a:rPr>
                        <a:t>TH-01, TH-08</a:t>
                      </a:r>
                    </a:p>
                  </a:txBody>
                  <a:tcPr marL="91440" marR="91440" marT="45720" marB="45720">
                    <a:solidFill>
                      <a:srgbClr val="FFFFFF"/>
                    </a:solidFill>
                  </a:tcPr>
                </a:tc>
                <a:tc>
                  <a:txBody>
                    <a:bodyPr/>
                    <a:lstStyle/>
                    <a:p>
                      <a:r>
                        <a:rPr sz="2175">
                          <a:solidFill>
                            <a:srgbClr val="18324C"/>
                          </a:solidFill>
                          <a:latin typeface="Arial"/>
                          <a:ea typeface="Arial"/>
                          <a:cs typeface="Arial"/>
                        </a:rPr>
                        <a:t>Xác thực, giới hạn login, thu hồi token</a:t>
                      </a:r>
                    </a:p>
                  </a:txBody>
                  <a:tcPr marL="91440" marR="91440" marT="45720" marB="45720">
                    <a:lnR w="9525">
                      <a:solidFill>
                        <a:srgbClr val="D9E2EB"/>
                      </a:solidFill>
                    </a:lnR>
                    <a:solidFill>
                      <a:srgbClr val="FFFFFF"/>
                    </a:solidFill>
                  </a:tcPr>
                </a:tc>
              </a:tr>
              <a:tr h="634093">
                <a:tc>
                  <a:txBody>
                    <a:bodyPr/>
                    <a:lstStyle/>
                    <a:p>
                      <a:r>
                        <a:rPr sz="2175">
                          <a:solidFill>
                            <a:srgbClr val="18324C"/>
                          </a:solidFill>
                          <a:latin typeface="Arial"/>
                          <a:ea typeface="Arial"/>
                          <a:cs typeface="Arial"/>
                        </a:rPr>
                        <a:t>Quyền ticket và role</a:t>
                      </a:r>
                    </a:p>
                  </a:txBody>
                  <a:tcPr marL="91440" marR="91440" marT="45720" marB="45720">
                    <a:lnL w="9525">
                      <a:solidFill>
                        <a:srgbClr val="D9E2EB"/>
                      </a:solidFill>
                    </a:lnL>
                    <a:solidFill>
                      <a:srgbClr val="F5F8FB"/>
                    </a:solidFill>
                  </a:tcPr>
                </a:tc>
                <a:tc>
                  <a:txBody>
                    <a:bodyPr/>
                    <a:lstStyle/>
                    <a:p>
                      <a:r>
                        <a:rPr sz="2175">
                          <a:solidFill>
                            <a:srgbClr val="18324C"/>
                          </a:solidFill>
                          <a:latin typeface="Arial"/>
                          <a:ea typeface="Arial"/>
                          <a:cs typeface="Arial"/>
                        </a:rPr>
                        <a:t>TH-02, TH-04, TH-07</a:t>
                      </a:r>
                    </a:p>
                  </a:txBody>
                  <a:tcPr marL="91440" marR="91440" marT="45720" marB="45720">
                    <a:solidFill>
                      <a:srgbClr val="F5F8FB"/>
                    </a:solidFill>
                  </a:tcPr>
                </a:tc>
                <a:tc>
                  <a:txBody>
                    <a:bodyPr/>
                    <a:lstStyle/>
                    <a:p>
                      <a:r>
                        <a:rPr sz="2175">
                          <a:solidFill>
                            <a:srgbClr val="18324C"/>
                          </a:solidFill>
                          <a:latin typeface="Arial"/>
                          <a:ea typeface="Arial"/>
                          <a:cs typeface="Arial"/>
                        </a:rPr>
                        <a:t>Kiểm role và quyền đối tượng</a:t>
                      </a:r>
                    </a:p>
                  </a:txBody>
                  <a:tcPr marL="91440" marR="91440" marT="45720" marB="45720">
                    <a:lnR w="9525">
                      <a:solidFill>
                        <a:srgbClr val="D9E2EB"/>
                      </a:solidFill>
                    </a:lnR>
                    <a:solidFill>
                      <a:srgbClr val="F5F8FB"/>
                    </a:solidFill>
                  </a:tcPr>
                </a:tc>
              </a:tr>
              <a:tr h="634093">
                <a:tc>
                  <a:txBody>
                    <a:bodyPr/>
                    <a:lstStyle/>
                    <a:p>
                      <a:r>
                        <a:rPr sz="2175">
                          <a:solidFill>
                            <a:srgbClr val="18324C"/>
                          </a:solidFill>
                          <a:latin typeface="Arial"/>
                          <a:ea typeface="Arial"/>
                          <a:cs typeface="Arial"/>
                        </a:rPr>
                        <a:t>Tệp đính kèm</a:t>
                      </a:r>
                    </a:p>
                  </a:txBody>
                  <a:tcPr marL="91440" marR="91440" marT="45720" marB="45720">
                    <a:lnL w="9525">
                      <a:solidFill>
                        <a:srgbClr val="D9E2EB"/>
                      </a:solidFill>
                    </a:lnL>
                    <a:solidFill>
                      <a:srgbClr val="FFFFFF"/>
                    </a:solidFill>
                  </a:tcPr>
                </a:tc>
                <a:tc>
                  <a:txBody>
                    <a:bodyPr/>
                    <a:lstStyle/>
                    <a:p>
                      <a:r>
                        <a:rPr sz="2175">
                          <a:solidFill>
                            <a:srgbClr val="18324C"/>
                          </a:solidFill>
                          <a:latin typeface="Arial"/>
                          <a:ea typeface="Arial"/>
                          <a:cs typeface="Arial"/>
                        </a:rPr>
                        <a:t>TH-05, TH-06</a:t>
                      </a:r>
                    </a:p>
                  </a:txBody>
                  <a:tcPr marL="91440" marR="91440" marT="45720" marB="45720">
                    <a:solidFill>
                      <a:srgbClr val="FFFFFF"/>
                    </a:solidFill>
                  </a:tcPr>
                </a:tc>
                <a:tc>
                  <a:txBody>
                    <a:bodyPr/>
                    <a:lstStyle/>
                    <a:p>
                      <a:r>
                        <a:rPr sz="2175">
                          <a:solidFill>
                            <a:srgbClr val="18324C"/>
                          </a:solidFill>
                          <a:latin typeface="Arial"/>
                          <a:ea typeface="Arial"/>
                          <a:cs typeface="Arial"/>
                        </a:rPr>
                        <a:t>Loại, kích thước, số lượng và quyền tải</a:t>
                      </a:r>
                    </a:p>
                  </a:txBody>
                  <a:tcPr marL="91440" marR="91440" marT="45720" marB="45720">
                    <a:lnR w="9525">
                      <a:solidFill>
                        <a:srgbClr val="D9E2EB"/>
                      </a:solidFill>
                    </a:lnR>
                    <a:solidFill>
                      <a:srgbClr val="FFFFFF"/>
                    </a:solidFill>
                  </a:tcPr>
                </a:tc>
              </a:tr>
              <a:tr h="634093">
                <a:tc>
                  <a:txBody>
                    <a:bodyPr/>
                    <a:lstStyle/>
                    <a:p>
                      <a:r>
                        <a:rPr sz="2175">
                          <a:solidFill>
                            <a:srgbClr val="18324C"/>
                          </a:solidFill>
                          <a:latin typeface="Arial"/>
                          <a:ea typeface="Arial"/>
                          <a:cs typeface="Arial"/>
                        </a:rPr>
                        <a:t>Audit và bảo vệ log</a:t>
                      </a:r>
                    </a:p>
                  </a:txBody>
                  <a:tcPr marL="91440" marR="91440" marT="45720" marB="45720">
                    <a:lnL w="9525">
                      <a:solidFill>
                        <a:srgbClr val="D9E2EB"/>
                      </a:solidFill>
                    </a:lnL>
                    <a:solidFill>
                      <a:srgbClr val="F5F8FB"/>
                    </a:solidFill>
                  </a:tcPr>
                </a:tc>
                <a:tc>
                  <a:txBody>
                    <a:bodyPr/>
                    <a:lstStyle/>
                    <a:p>
                      <a:r>
                        <a:rPr sz="2175">
                          <a:solidFill>
                            <a:srgbClr val="18324C"/>
                          </a:solidFill>
                          <a:latin typeface="Arial"/>
                          <a:ea typeface="Arial"/>
                          <a:cs typeface="Arial"/>
                        </a:rPr>
                        <a:t>TH-03, TH-09</a:t>
                      </a:r>
                    </a:p>
                  </a:txBody>
                  <a:tcPr marL="91440" marR="91440" marT="45720" marB="45720">
                    <a:solidFill>
                      <a:srgbClr val="F5F8FB"/>
                    </a:solidFill>
                  </a:tcPr>
                </a:tc>
                <a:tc>
                  <a:txBody>
                    <a:bodyPr/>
                    <a:lstStyle/>
                    <a:p>
                      <a:r>
                        <a:rPr sz="2175">
                          <a:solidFill>
                            <a:srgbClr val="18324C"/>
                          </a:solidFill>
                          <a:latin typeface="Arial"/>
                          <a:ea typeface="Arial"/>
                          <a:cs typeface="Arial"/>
                        </a:rPr>
                        <a:t>Ghi nhận hành động, quyền ghi/đọc</a:t>
                      </a:r>
                    </a:p>
                  </a:txBody>
                  <a:tcPr marL="91440" marR="91440" marT="45720" marB="45720">
                    <a:lnR w="9525">
                      <a:solidFill>
                        <a:srgbClr val="D9E2EB"/>
                      </a:solidFill>
                    </a:lnR>
                    <a:solidFill>
                      <a:srgbClr val="F5F8FB"/>
                    </a:solidFill>
                  </a:tcPr>
                </a:tc>
              </a:tr>
              <a:tr h="634093">
                <a:tc>
                  <a:txBody>
                    <a:bodyPr/>
                    <a:lstStyle/>
                    <a:p>
                      <a:r>
                        <a:rPr sz="2175">
                          <a:solidFill>
                            <a:srgbClr val="18324C"/>
                          </a:solidFill>
                          <a:latin typeface="Arial"/>
                          <a:ea typeface="Arial"/>
                          <a:cs typeface="Arial"/>
                        </a:rPr>
                        <a:t>Thông tin bí mật</a:t>
                      </a:r>
                    </a:p>
                  </a:txBody>
                  <a:tcPr marL="91440" marR="91440" marT="45720" marB="45720">
                    <a:lnL w="9525">
                      <a:solidFill>
                        <a:srgbClr val="D9E2EB"/>
                      </a:solidFill>
                    </a:lnL>
                    <a:solidFill>
                      <a:srgbClr val="FFFFFF"/>
                    </a:solidFill>
                  </a:tcPr>
                </a:tc>
                <a:tc>
                  <a:txBody>
                    <a:bodyPr/>
                    <a:lstStyle/>
                    <a:p>
                      <a:r>
                        <a:rPr sz="2175">
                          <a:solidFill>
                            <a:srgbClr val="18324C"/>
                          </a:solidFill>
                          <a:latin typeface="Arial"/>
                          <a:ea typeface="Arial"/>
                          <a:cs typeface="Arial"/>
                        </a:rPr>
                        <a:t>TH-10</a:t>
                      </a:r>
                    </a:p>
                  </a:txBody>
                  <a:tcPr marL="91440" marR="91440" marT="45720" marB="45720">
                    <a:solidFill>
                      <a:srgbClr val="FFFFFF"/>
                    </a:solidFill>
                  </a:tcPr>
                </a:tc>
                <a:tc>
                  <a:txBody>
                    <a:bodyPr/>
                    <a:lstStyle/>
                    <a:p>
                      <a:r>
                        <a:rPr sz="2175">
                          <a:solidFill>
                            <a:srgbClr val="18324C"/>
                          </a:solidFill>
                          <a:latin typeface="Arial"/>
                          <a:ea typeface="Arial"/>
                          <a:cs typeface="Arial"/>
                        </a:rPr>
                        <a:t>Biến môi trường, rà báo cáo secrets</a:t>
                      </a:r>
                    </a:p>
                  </a:txBody>
                  <a:tcPr marL="91440" marR="91440" marT="45720" marB="45720">
                    <a:lnR w="9525">
                      <a:solidFill>
                        <a:srgbClr val="D9E2EB"/>
                      </a:solidFill>
                    </a:lnR>
                    <a:solidFill>
                      <a:srgbClr val="FFFFFF"/>
                    </a:solidFill>
                  </a:tcPr>
                </a:tc>
              </a:tr>
              <a:tr h="634093">
                <a:tc>
                  <a:txBody>
                    <a:bodyPr/>
                    <a:lstStyle/>
                    <a:p>
                      <a:r>
                        <a:rPr sz="2175">
                          <a:solidFill>
                            <a:srgbClr val="18324C"/>
                          </a:solidFill>
                          <a:latin typeface="Arial"/>
                          <a:ea typeface="Arial"/>
                          <a:cs typeface="Arial"/>
                        </a:rPr>
                        <a:t>Đầu vào XSS/SQLi</a:t>
                      </a:r>
                    </a:p>
                  </a:txBody>
                  <a:tcPr marL="91440" marR="91440" marT="45720" marB="45720">
                    <a:lnL w="9525">
                      <a:solidFill>
                        <a:srgbClr val="D9E2EB"/>
                      </a:solidFill>
                    </a:lnL>
                    <a:lnB w="9525">
                      <a:solidFill>
                        <a:srgbClr val="D9E2EB"/>
                      </a:solidFill>
                    </a:lnB>
                    <a:solidFill>
                      <a:srgbClr val="F5F8FB"/>
                    </a:solidFill>
                  </a:tcPr>
                </a:tc>
                <a:tc>
                  <a:txBody>
                    <a:bodyPr/>
                    <a:lstStyle/>
                    <a:p>
                      <a:r>
                        <a:rPr sz="2175">
                          <a:solidFill>
                            <a:srgbClr val="18324C"/>
                          </a:solidFill>
                          <a:latin typeface="Arial"/>
                          <a:ea typeface="Arial"/>
                          <a:cs typeface="Arial"/>
                        </a:rPr>
                        <a:t>TH-11, TH-12</a:t>
                      </a:r>
                    </a:p>
                  </a:txBody>
                  <a:tcPr marL="91440" marR="91440" marT="45720" marB="45720">
                    <a:lnB w="9525">
                      <a:solidFill>
                        <a:srgbClr val="D9E2EB"/>
                      </a:solidFill>
                    </a:lnB>
                    <a:solidFill>
                      <a:srgbClr val="F5F8FB"/>
                    </a:solidFill>
                  </a:tcPr>
                </a:tc>
                <a:tc>
                  <a:txBody>
                    <a:bodyPr/>
                    <a:lstStyle/>
                    <a:p>
                      <a:r>
                        <a:rPr sz="2175">
                          <a:solidFill>
                            <a:srgbClr val="18324C"/>
                          </a:solidFill>
                          <a:latin typeface="Arial"/>
                          <a:ea typeface="Arial"/>
                          <a:cs typeface="Arial"/>
                        </a:rPr>
                        <a:t>Validation, encode và truy vấn tham số</a:t>
                      </a:r>
                    </a:p>
                  </a:txBody>
                  <a:tcPr marL="91440" marR="91440" marT="45720" marB="45720">
                    <a:lnR w="9525">
                      <a:solidFill>
                        <a:srgbClr val="D9E2EB"/>
                      </a:solidFill>
                    </a:lnR>
                    <a:lnB w="9525">
                      <a:solidFill>
                        <a:srgbClr val="D9E2EB"/>
                      </a:solidFill>
                    </a:lnB>
                    <a:solidFill>
                      <a:srgbClr val="F5F8FB"/>
                    </a:solidFill>
                  </a:tcPr>
                </a:tc>
              </a:tr>
            </a:tbl>
          </a:graphicData>
        </a:graphic>
      </p:graphicFrame>
      <p:sp>
        <p:nvSpPr>
          <p:cNvPr id="5" name="">
            <a:extLst xmlns:a="http://schemas.openxmlformats.org/drawingml/2006/main">
              <a:ext uri="{FF2B5EF4-FFF2-40B4-BE49-F238E27FC236}">
                <a16:creationId xmlns:a16="http://schemas.microsoft.com/office/drawing/2014/main" id="{59EFA201-9B33-4224-9AEA-C853FE268150}"/>
              </a:ext>
            </a:extLst>
          </p:cNvPr>
          <p:cNvSpPr>
            <a:spLocks xmlns:a="http://schemas.openxmlformats.org/drawingml/2006/main" noGrp="1"/>
          </p:cNvSpPr>
          <p:nvPr/>
        </p:nvSpPr>
        <p:spPr>
          <a:xfrm xmlns:a="http://schemas.openxmlformats.org/drawingml/2006/main">
            <a:off x="809625" y="67056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087F8C"/>
                </a:solidFill>
                <a:latin typeface="Arial"/>
                <a:ea typeface="Arial"/>
                <a:cs typeface="Arial"/>
              </a:defRPr>
            </a:defPPr>
            <a:lvl1pPr>
              <a:defRPr sz="3675" b="1">
                <a:solidFill>
                  <a:srgbClr val="087F8C"/>
                </a:solidFill>
                <a:latin typeface="Arial"/>
                <a:ea typeface="Arial"/>
                <a:cs typeface="Arial"/>
              </a:defRPr>
            </a:lvl1pPr>
            <a:lvl2pPr>
              <a:defRPr sz="3675" b="1">
                <a:solidFill>
                  <a:srgbClr val="087F8C"/>
                </a:solidFill>
                <a:latin typeface="Arial"/>
                <a:ea typeface="Arial"/>
                <a:cs typeface="Arial"/>
              </a:defRPr>
            </a:lvl2pPr>
            <a:lvl3pPr>
              <a:defRPr sz="3675" b="1">
                <a:solidFill>
                  <a:srgbClr val="087F8C"/>
                </a:solidFill>
                <a:latin typeface="Arial"/>
                <a:ea typeface="Arial"/>
                <a:cs typeface="Arial"/>
              </a:defRPr>
            </a:lvl3pPr>
            <a:lvl4pPr>
              <a:defRPr sz="3675" b="1">
                <a:solidFill>
                  <a:srgbClr val="087F8C"/>
                </a:solidFill>
                <a:latin typeface="Arial"/>
                <a:ea typeface="Arial"/>
                <a:cs typeface="Arial"/>
              </a:defRPr>
            </a:lvl4pPr>
            <a:lvl5pPr>
              <a:defRPr sz="3675" b="1">
                <a:solidFill>
                  <a:srgbClr val="087F8C"/>
                </a:solidFill>
                <a:latin typeface="Arial"/>
                <a:ea typeface="Arial"/>
                <a:cs typeface="Arial"/>
              </a:defRPr>
            </a:lvl5pPr>
            <a:lvl6pPr>
              <a:defRPr sz="3675" b="1">
                <a:solidFill>
                  <a:srgbClr val="087F8C"/>
                </a:solidFill>
                <a:latin typeface="Arial"/>
                <a:ea typeface="Arial"/>
                <a:cs typeface="Arial"/>
              </a:defRPr>
            </a:lvl6pPr>
            <a:lvl7pPr>
              <a:defRPr sz="3675" b="1">
                <a:solidFill>
                  <a:srgbClr val="087F8C"/>
                </a:solidFill>
                <a:latin typeface="Arial"/>
                <a:ea typeface="Arial"/>
                <a:cs typeface="Arial"/>
              </a:defRPr>
            </a:lvl7pPr>
            <a:lvl8pPr>
              <a:defRPr sz="3675" b="1">
                <a:solidFill>
                  <a:srgbClr val="087F8C"/>
                </a:solidFill>
                <a:latin typeface="Arial"/>
                <a:ea typeface="Arial"/>
                <a:cs typeface="Arial"/>
              </a:defRPr>
            </a:lvl8pPr>
            <a:lvl9pPr>
              <a:defRPr sz="3675" b="1">
                <a:solidFill>
                  <a:srgbClr val="087F8C"/>
                </a:solidFill>
                <a:latin typeface="Arial"/>
                <a:ea typeface="Arial"/>
                <a:cs typeface="Arial"/>
              </a:defRPr>
            </a:lvl9pPr>
          </a:lstStyle>
          <a:p xmlns:a="http://schemas.openxmlformats.org/drawingml/2006/main">
            <a:pPr>
              <a:defRPr sz="3675" b="1">
                <a:solidFill>
                  <a:srgbClr val="087F8C"/>
                </a:solidFill>
                <a:latin typeface="Arial"/>
                <a:ea typeface="Arial"/>
                <a:cs typeface="Arial"/>
              </a:defRPr>
            </a:pPr>
            <a:r>
              <a:rPr sz="3675" b="1">
                <a:solidFill>
                  <a:srgbClr val="087F8C"/>
                </a:solidFill>
                <a:latin typeface="Arial"/>
                <a:ea typeface="Arial"/>
                <a:cs typeface="Arial"/>
              </a:rPr>
              <a:t>12 TH</a:t>
            </a:r>
          </a:p>
        </p:txBody>
      </p:sp>
      <p:sp>
        <p:nvSpPr>
          <p:cNvPr id="6" name="">
            <a:extLst xmlns:a="http://schemas.openxmlformats.org/drawingml/2006/main">
              <a:ext uri="{FF2B5EF4-FFF2-40B4-BE49-F238E27FC236}">
                <a16:creationId xmlns:a16="http://schemas.microsoft.com/office/drawing/2014/main" id="{567D4069-DE46-4C40-965A-864B5E324C28}"/>
              </a:ext>
            </a:extLst>
          </p:cNvPr>
          <p:cNvSpPr>
            <a:spLocks xmlns:a="http://schemas.openxmlformats.org/drawingml/2006/main" noGrp="1"/>
          </p:cNvSpPr>
          <p:nvPr/>
        </p:nvSpPr>
        <p:spPr>
          <a:xfrm xmlns:a="http://schemas.openxmlformats.org/drawingml/2006/main">
            <a:off x="4953000" y="67056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087F8C"/>
                </a:solidFill>
                <a:latin typeface="Arial"/>
                <a:ea typeface="Arial"/>
                <a:cs typeface="Arial"/>
              </a:defRPr>
            </a:defPPr>
            <a:lvl1pPr>
              <a:defRPr sz="3675" b="1">
                <a:solidFill>
                  <a:srgbClr val="087F8C"/>
                </a:solidFill>
                <a:latin typeface="Arial"/>
                <a:ea typeface="Arial"/>
                <a:cs typeface="Arial"/>
              </a:defRPr>
            </a:lvl1pPr>
            <a:lvl2pPr>
              <a:defRPr sz="3675" b="1">
                <a:solidFill>
                  <a:srgbClr val="087F8C"/>
                </a:solidFill>
                <a:latin typeface="Arial"/>
                <a:ea typeface="Arial"/>
                <a:cs typeface="Arial"/>
              </a:defRPr>
            </a:lvl2pPr>
            <a:lvl3pPr>
              <a:defRPr sz="3675" b="1">
                <a:solidFill>
                  <a:srgbClr val="087F8C"/>
                </a:solidFill>
                <a:latin typeface="Arial"/>
                <a:ea typeface="Arial"/>
                <a:cs typeface="Arial"/>
              </a:defRPr>
            </a:lvl3pPr>
            <a:lvl4pPr>
              <a:defRPr sz="3675" b="1">
                <a:solidFill>
                  <a:srgbClr val="087F8C"/>
                </a:solidFill>
                <a:latin typeface="Arial"/>
                <a:ea typeface="Arial"/>
                <a:cs typeface="Arial"/>
              </a:defRPr>
            </a:lvl4pPr>
            <a:lvl5pPr>
              <a:defRPr sz="3675" b="1">
                <a:solidFill>
                  <a:srgbClr val="087F8C"/>
                </a:solidFill>
                <a:latin typeface="Arial"/>
                <a:ea typeface="Arial"/>
                <a:cs typeface="Arial"/>
              </a:defRPr>
            </a:lvl5pPr>
            <a:lvl6pPr>
              <a:defRPr sz="3675" b="1">
                <a:solidFill>
                  <a:srgbClr val="087F8C"/>
                </a:solidFill>
                <a:latin typeface="Arial"/>
                <a:ea typeface="Arial"/>
                <a:cs typeface="Arial"/>
              </a:defRPr>
            </a:lvl6pPr>
            <a:lvl7pPr>
              <a:defRPr sz="3675" b="1">
                <a:solidFill>
                  <a:srgbClr val="087F8C"/>
                </a:solidFill>
                <a:latin typeface="Arial"/>
                <a:ea typeface="Arial"/>
                <a:cs typeface="Arial"/>
              </a:defRPr>
            </a:lvl7pPr>
            <a:lvl8pPr>
              <a:defRPr sz="3675" b="1">
                <a:solidFill>
                  <a:srgbClr val="087F8C"/>
                </a:solidFill>
                <a:latin typeface="Arial"/>
                <a:ea typeface="Arial"/>
                <a:cs typeface="Arial"/>
              </a:defRPr>
            </a:lvl8pPr>
            <a:lvl9pPr>
              <a:defRPr sz="3675" b="1">
                <a:solidFill>
                  <a:srgbClr val="087F8C"/>
                </a:solidFill>
                <a:latin typeface="Arial"/>
                <a:ea typeface="Arial"/>
                <a:cs typeface="Arial"/>
              </a:defRPr>
            </a:lvl9pPr>
          </a:lstStyle>
          <a:p xmlns:a="http://schemas.openxmlformats.org/drawingml/2006/main">
            <a:pPr>
              <a:defRPr sz="3675" b="1">
                <a:solidFill>
                  <a:srgbClr val="087F8C"/>
                </a:solidFill>
                <a:latin typeface="Arial"/>
                <a:ea typeface="Arial"/>
                <a:cs typeface="Arial"/>
              </a:defRPr>
            </a:pPr>
            <a:r>
              <a:rPr sz="3675" b="1">
                <a:solidFill>
                  <a:srgbClr val="087F8C"/>
                </a:solidFill>
                <a:latin typeface="Arial"/>
                <a:ea typeface="Arial"/>
                <a:cs typeface="Arial"/>
              </a:rPr>
              <a:t>7 mã SR</a:t>
            </a:r>
          </a:p>
        </p:txBody>
      </p:sp>
      <p:sp>
        <p:nvSpPr>
          <p:cNvPr id="7" name="">
            <a:extLst xmlns:a="http://schemas.openxmlformats.org/drawingml/2006/main">
              <a:ext uri="{FF2B5EF4-FFF2-40B4-BE49-F238E27FC236}">
                <a16:creationId xmlns:a16="http://schemas.microsoft.com/office/drawing/2014/main" id="{E44FC386-0934-4550-8B25-EA0D3F418C96}"/>
              </a:ext>
            </a:extLst>
          </p:cNvPr>
          <p:cNvSpPr>
            <a:spLocks xmlns:a="http://schemas.openxmlformats.org/drawingml/2006/main" noGrp="1"/>
          </p:cNvSpPr>
          <p:nvPr/>
        </p:nvSpPr>
        <p:spPr>
          <a:xfrm xmlns:a="http://schemas.openxmlformats.org/drawingml/2006/main">
            <a:off x="9715500" y="6705600"/>
            <a:ext cx="457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087F8C"/>
                </a:solidFill>
                <a:latin typeface="Arial"/>
                <a:ea typeface="Arial"/>
                <a:cs typeface="Arial"/>
              </a:defRPr>
            </a:defPPr>
            <a:lvl1pPr>
              <a:defRPr sz="3675" b="1">
                <a:solidFill>
                  <a:srgbClr val="087F8C"/>
                </a:solidFill>
                <a:latin typeface="Arial"/>
                <a:ea typeface="Arial"/>
                <a:cs typeface="Arial"/>
              </a:defRPr>
            </a:lvl1pPr>
            <a:lvl2pPr>
              <a:defRPr sz="3675" b="1">
                <a:solidFill>
                  <a:srgbClr val="087F8C"/>
                </a:solidFill>
                <a:latin typeface="Arial"/>
                <a:ea typeface="Arial"/>
                <a:cs typeface="Arial"/>
              </a:defRPr>
            </a:lvl2pPr>
            <a:lvl3pPr>
              <a:defRPr sz="3675" b="1">
                <a:solidFill>
                  <a:srgbClr val="087F8C"/>
                </a:solidFill>
                <a:latin typeface="Arial"/>
                <a:ea typeface="Arial"/>
                <a:cs typeface="Arial"/>
              </a:defRPr>
            </a:lvl3pPr>
            <a:lvl4pPr>
              <a:defRPr sz="3675" b="1">
                <a:solidFill>
                  <a:srgbClr val="087F8C"/>
                </a:solidFill>
                <a:latin typeface="Arial"/>
                <a:ea typeface="Arial"/>
                <a:cs typeface="Arial"/>
              </a:defRPr>
            </a:lvl4pPr>
            <a:lvl5pPr>
              <a:defRPr sz="3675" b="1">
                <a:solidFill>
                  <a:srgbClr val="087F8C"/>
                </a:solidFill>
                <a:latin typeface="Arial"/>
                <a:ea typeface="Arial"/>
                <a:cs typeface="Arial"/>
              </a:defRPr>
            </a:lvl5pPr>
            <a:lvl6pPr>
              <a:defRPr sz="3675" b="1">
                <a:solidFill>
                  <a:srgbClr val="087F8C"/>
                </a:solidFill>
                <a:latin typeface="Arial"/>
                <a:ea typeface="Arial"/>
                <a:cs typeface="Arial"/>
              </a:defRPr>
            </a:lvl6pPr>
            <a:lvl7pPr>
              <a:defRPr sz="3675" b="1">
                <a:solidFill>
                  <a:srgbClr val="087F8C"/>
                </a:solidFill>
                <a:latin typeface="Arial"/>
                <a:ea typeface="Arial"/>
                <a:cs typeface="Arial"/>
              </a:defRPr>
            </a:lvl7pPr>
            <a:lvl8pPr>
              <a:defRPr sz="3675" b="1">
                <a:solidFill>
                  <a:srgbClr val="087F8C"/>
                </a:solidFill>
                <a:latin typeface="Arial"/>
                <a:ea typeface="Arial"/>
                <a:cs typeface="Arial"/>
              </a:defRPr>
            </a:lvl8pPr>
            <a:lvl9pPr>
              <a:defRPr sz="3675" b="1">
                <a:solidFill>
                  <a:srgbClr val="087F8C"/>
                </a:solidFill>
                <a:latin typeface="Arial"/>
                <a:ea typeface="Arial"/>
                <a:cs typeface="Arial"/>
              </a:defRPr>
            </a:lvl9pPr>
          </a:lstStyle>
          <a:p xmlns:a="http://schemas.openxmlformats.org/drawingml/2006/main">
            <a:pPr>
              <a:defRPr sz="3675" b="1">
                <a:solidFill>
                  <a:srgbClr val="087F8C"/>
                </a:solidFill>
                <a:latin typeface="Arial"/>
                <a:ea typeface="Arial"/>
                <a:cs typeface="Arial"/>
              </a:defRPr>
            </a:pPr>
            <a:r>
              <a:rPr sz="3675" b="1">
                <a:solidFill>
                  <a:srgbClr val="087F8C"/>
                </a:solidFill>
                <a:latin typeface="Arial"/>
                <a:ea typeface="Arial"/>
                <a:cs typeface="Arial"/>
              </a:rPr>
              <a:t>8 nhóm test</a:t>
            </a:r>
          </a:p>
        </p:txBody>
      </p:sp>
      <p:sp>
        <p:nvSpPr>
          <p:cNvPr id="8" name="">
            <a:extLst xmlns:a="http://schemas.openxmlformats.org/drawingml/2006/main">
              <a:ext uri="{FF2B5EF4-FFF2-40B4-BE49-F238E27FC236}">
                <a16:creationId xmlns:a16="http://schemas.microsoft.com/office/drawing/2014/main" id="{251073BE-6E6E-401A-8CB6-0A251456C29A}"/>
              </a:ext>
            </a:extLst>
          </p:cNvPr>
          <p:cNvSpPr>
            <a:spLocks xmlns:a="http://schemas.openxmlformats.org/drawingml/2006/main" noGrp="1"/>
          </p:cNvSpPr>
          <p:nvPr/>
        </p:nvSpPr>
        <p:spPr>
          <a:xfrm xmlns:a="http://schemas.openxmlformats.org/drawingml/2006/main">
            <a:off x="809625" y="7620000"/>
            <a:ext cx="1333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0758A"/>
                </a:solidFill>
                <a:latin typeface="Arial"/>
                <a:ea typeface="Arial"/>
                <a:cs typeface="Arial"/>
              </a:defRPr>
            </a:defPPr>
            <a:lvl1pPr>
              <a:defRPr sz="1950" b="0">
                <a:solidFill>
                  <a:srgbClr val="60758A"/>
                </a:solidFill>
                <a:latin typeface="Arial"/>
                <a:ea typeface="Arial"/>
                <a:cs typeface="Arial"/>
              </a:defRPr>
            </a:lvl1pPr>
            <a:lvl2pPr>
              <a:defRPr sz="1950" b="0">
                <a:solidFill>
                  <a:srgbClr val="60758A"/>
                </a:solidFill>
                <a:latin typeface="Arial"/>
                <a:ea typeface="Arial"/>
                <a:cs typeface="Arial"/>
              </a:defRPr>
            </a:lvl2pPr>
            <a:lvl3pPr>
              <a:defRPr sz="1950" b="0">
                <a:solidFill>
                  <a:srgbClr val="60758A"/>
                </a:solidFill>
                <a:latin typeface="Arial"/>
                <a:ea typeface="Arial"/>
                <a:cs typeface="Arial"/>
              </a:defRPr>
            </a:lvl3pPr>
            <a:lvl4pPr>
              <a:defRPr sz="1950" b="0">
                <a:solidFill>
                  <a:srgbClr val="60758A"/>
                </a:solidFill>
                <a:latin typeface="Arial"/>
                <a:ea typeface="Arial"/>
                <a:cs typeface="Arial"/>
              </a:defRPr>
            </a:lvl4pPr>
            <a:lvl5pPr>
              <a:defRPr sz="1950" b="0">
                <a:solidFill>
                  <a:srgbClr val="60758A"/>
                </a:solidFill>
                <a:latin typeface="Arial"/>
                <a:ea typeface="Arial"/>
                <a:cs typeface="Arial"/>
              </a:defRPr>
            </a:lvl5pPr>
            <a:lvl6pPr>
              <a:defRPr sz="1950" b="0">
                <a:solidFill>
                  <a:srgbClr val="60758A"/>
                </a:solidFill>
                <a:latin typeface="Arial"/>
                <a:ea typeface="Arial"/>
                <a:cs typeface="Arial"/>
              </a:defRPr>
            </a:lvl6pPr>
            <a:lvl7pPr>
              <a:defRPr sz="1950" b="0">
                <a:solidFill>
                  <a:srgbClr val="60758A"/>
                </a:solidFill>
                <a:latin typeface="Arial"/>
                <a:ea typeface="Arial"/>
                <a:cs typeface="Arial"/>
              </a:defRPr>
            </a:lvl7pPr>
            <a:lvl8pPr>
              <a:defRPr sz="1950" b="0">
                <a:solidFill>
                  <a:srgbClr val="60758A"/>
                </a:solidFill>
                <a:latin typeface="Arial"/>
                <a:ea typeface="Arial"/>
                <a:cs typeface="Arial"/>
              </a:defRPr>
            </a:lvl8pPr>
            <a:lvl9pPr>
              <a:defRPr sz="1950" b="0">
                <a:solidFill>
                  <a:srgbClr val="60758A"/>
                </a:solidFill>
                <a:latin typeface="Arial"/>
                <a:ea typeface="Arial"/>
                <a:cs typeface="Arial"/>
              </a:defRPr>
            </a:lvl9pPr>
          </a:lstStyle>
          <a:p xmlns:a="http://schemas.openxmlformats.org/drawingml/2006/main">
            <a:pPr>
              <a:defRPr sz="1950" b="0">
                <a:solidFill>
                  <a:srgbClr val="60758A"/>
                </a:solidFill>
                <a:latin typeface="Arial"/>
                <a:ea typeface="Arial"/>
                <a:cs typeface="Arial"/>
              </a:defRPr>
            </a:pPr>
            <a:r>
              <a:rPr sz="1950" b="0">
                <a:solidFill>
                  <a:srgbClr val="60758A"/>
                </a:solidFill>
                <a:latin typeface="Arial"/>
                <a:ea typeface="Arial"/>
                <a:cs typeface="Arial"/>
              </a:rPr>
              <a:t>Risk sơ bộ dùng Impact × Likelihood. Rủi ro còn lại chưa có đánh giá sau kiểm chứng.</a:t>
            </a:r>
          </a:p>
        </p:txBody>
      </p:sp>
    </p:spTree>
    <p:extLst>
      <p:ext uri="{BB962C8B-B14F-4D97-AF65-F5344CB8AC3E}">
        <p14:creationId xmlns:p14="http://schemas.microsoft.com/office/powerpoint/2010/main" val="831631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C08660B-2C69-422C-BB7A-3695C93C31CC}"/>
              </a:ext>
            </a:extLst>
          </p:cNvPr>
          <p:cNvSpPr>
            <a:spLocks xmlns:a="http://schemas.openxmlformats.org/drawingml/2006/main" noGrp="1"/>
          </p:cNvSpPr>
          <p:nvPr/>
        </p:nvSpPr>
        <p:spPr>
          <a:xfrm xmlns:a="http://schemas.openxmlformats.org/drawingml/2006/main">
            <a:off x="762000" y="438150"/>
            <a:ext cx="13668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0C2038"/>
                </a:solidFill>
                <a:latin typeface="Arial"/>
                <a:ea typeface="Arial"/>
                <a:cs typeface="Arial"/>
              </a:defRPr>
            </a:defPPr>
            <a:lvl1pPr>
              <a:defRPr sz="3900" b="1">
                <a:solidFill>
                  <a:srgbClr val="0C2038"/>
                </a:solidFill>
                <a:latin typeface="Arial"/>
                <a:ea typeface="Arial"/>
                <a:cs typeface="Arial"/>
              </a:defRPr>
            </a:lvl1pPr>
            <a:lvl2pPr>
              <a:defRPr sz="3900" b="1">
                <a:solidFill>
                  <a:srgbClr val="0C2038"/>
                </a:solidFill>
                <a:latin typeface="Arial"/>
                <a:ea typeface="Arial"/>
                <a:cs typeface="Arial"/>
              </a:defRPr>
            </a:lvl2pPr>
            <a:lvl3pPr>
              <a:defRPr sz="3900" b="1">
                <a:solidFill>
                  <a:srgbClr val="0C2038"/>
                </a:solidFill>
                <a:latin typeface="Arial"/>
                <a:ea typeface="Arial"/>
                <a:cs typeface="Arial"/>
              </a:defRPr>
            </a:lvl3pPr>
            <a:lvl4pPr>
              <a:defRPr sz="3900" b="1">
                <a:solidFill>
                  <a:srgbClr val="0C2038"/>
                </a:solidFill>
                <a:latin typeface="Arial"/>
                <a:ea typeface="Arial"/>
                <a:cs typeface="Arial"/>
              </a:defRPr>
            </a:lvl4pPr>
            <a:lvl5pPr>
              <a:defRPr sz="3900" b="1">
                <a:solidFill>
                  <a:srgbClr val="0C2038"/>
                </a:solidFill>
                <a:latin typeface="Arial"/>
                <a:ea typeface="Arial"/>
                <a:cs typeface="Arial"/>
              </a:defRPr>
            </a:lvl5pPr>
            <a:lvl6pPr>
              <a:defRPr sz="3900" b="1">
                <a:solidFill>
                  <a:srgbClr val="0C2038"/>
                </a:solidFill>
                <a:latin typeface="Arial"/>
                <a:ea typeface="Arial"/>
                <a:cs typeface="Arial"/>
              </a:defRPr>
            </a:lvl6pPr>
            <a:lvl7pPr>
              <a:defRPr sz="3900" b="1">
                <a:solidFill>
                  <a:srgbClr val="0C2038"/>
                </a:solidFill>
                <a:latin typeface="Arial"/>
                <a:ea typeface="Arial"/>
                <a:cs typeface="Arial"/>
              </a:defRPr>
            </a:lvl7pPr>
            <a:lvl8pPr>
              <a:defRPr sz="3900" b="1">
                <a:solidFill>
                  <a:srgbClr val="0C2038"/>
                </a:solidFill>
                <a:latin typeface="Arial"/>
                <a:ea typeface="Arial"/>
                <a:cs typeface="Arial"/>
              </a:defRPr>
            </a:lvl8pPr>
            <a:lvl9pPr>
              <a:defRPr sz="3900" b="1">
                <a:solidFill>
                  <a:srgbClr val="0C2038"/>
                </a:solidFill>
                <a:latin typeface="Arial"/>
                <a:ea typeface="Arial"/>
                <a:cs typeface="Arial"/>
              </a:defRPr>
            </a:lvl9pPr>
          </a:lstStyle>
          <a:p xmlns:a="http://schemas.openxmlformats.org/drawingml/2006/main">
            <a:pPr>
              <a:defRPr sz="3900" b="1">
                <a:solidFill>
                  <a:srgbClr val="0C2038"/>
                </a:solidFill>
                <a:latin typeface="Arial"/>
                <a:ea typeface="Arial"/>
                <a:cs typeface="Arial"/>
              </a:defRPr>
            </a:pPr>
            <a:r>
              <a:rPr sz="3900" b="1">
                <a:solidFill>
                  <a:srgbClr val="0C2038"/>
                </a:solidFill>
                <a:latin typeface="Arial"/>
                <a:ea typeface="Arial"/>
                <a:cs typeface="Arial"/>
              </a:rPr>
              <a:t>Kế hoạch kiểm thử và minh chứng</a:t>
            </a:r>
          </a:p>
        </p:txBody>
      </p:sp>
      <p:sp>
        <p:nvSpPr>
          <p:cNvPr id="3" name="">
            <a:extLst xmlns:a="http://schemas.openxmlformats.org/drawingml/2006/main">
              <a:ext uri="{FF2B5EF4-FFF2-40B4-BE49-F238E27FC236}">
                <a16:creationId xmlns:a16="http://schemas.microsoft.com/office/drawing/2014/main" id="{FCC0F0B9-C688-4D25-AB08-0268F9E7F386}"/>
              </a:ext>
            </a:extLst>
          </p:cNvPr>
          <p:cNvSpPr>
            <a:spLocks xmlns:a="http://schemas.openxmlformats.org/drawingml/2006/main" noGrp="1"/>
          </p:cNvSpPr>
          <p:nvPr/>
        </p:nvSpPr>
        <p:spPr>
          <a:xfrm xmlns:a="http://schemas.openxmlformats.org/drawingml/2006/main">
            <a:off x="13696950" y="812482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0758A"/>
                </a:solidFill>
                <a:latin typeface="Arial"/>
                <a:ea typeface="Arial"/>
                <a:cs typeface="Arial"/>
              </a:defRPr>
            </a:defPPr>
            <a:lvl1pPr>
              <a:defRPr sz="1425" b="0">
                <a:solidFill>
                  <a:srgbClr val="60758A"/>
                </a:solidFill>
                <a:latin typeface="Arial"/>
                <a:ea typeface="Arial"/>
                <a:cs typeface="Arial"/>
              </a:defRPr>
            </a:lvl1pPr>
            <a:lvl2pPr>
              <a:defRPr sz="1425" b="0">
                <a:solidFill>
                  <a:srgbClr val="60758A"/>
                </a:solidFill>
                <a:latin typeface="Arial"/>
                <a:ea typeface="Arial"/>
                <a:cs typeface="Arial"/>
              </a:defRPr>
            </a:lvl2pPr>
            <a:lvl3pPr>
              <a:defRPr sz="1425" b="0">
                <a:solidFill>
                  <a:srgbClr val="60758A"/>
                </a:solidFill>
                <a:latin typeface="Arial"/>
                <a:ea typeface="Arial"/>
                <a:cs typeface="Arial"/>
              </a:defRPr>
            </a:lvl3pPr>
            <a:lvl4pPr>
              <a:defRPr sz="1425" b="0">
                <a:solidFill>
                  <a:srgbClr val="60758A"/>
                </a:solidFill>
                <a:latin typeface="Arial"/>
                <a:ea typeface="Arial"/>
                <a:cs typeface="Arial"/>
              </a:defRPr>
            </a:lvl4pPr>
            <a:lvl5pPr>
              <a:defRPr sz="1425" b="0">
                <a:solidFill>
                  <a:srgbClr val="60758A"/>
                </a:solidFill>
                <a:latin typeface="Arial"/>
                <a:ea typeface="Arial"/>
                <a:cs typeface="Arial"/>
              </a:defRPr>
            </a:lvl5pPr>
            <a:lvl6pPr>
              <a:defRPr sz="1425" b="0">
                <a:solidFill>
                  <a:srgbClr val="60758A"/>
                </a:solidFill>
                <a:latin typeface="Arial"/>
                <a:ea typeface="Arial"/>
                <a:cs typeface="Arial"/>
              </a:defRPr>
            </a:lvl6pPr>
            <a:lvl7pPr>
              <a:defRPr sz="1425" b="0">
                <a:solidFill>
                  <a:srgbClr val="60758A"/>
                </a:solidFill>
                <a:latin typeface="Arial"/>
                <a:ea typeface="Arial"/>
                <a:cs typeface="Arial"/>
              </a:defRPr>
            </a:lvl7pPr>
            <a:lvl8pPr>
              <a:defRPr sz="1425" b="0">
                <a:solidFill>
                  <a:srgbClr val="60758A"/>
                </a:solidFill>
                <a:latin typeface="Arial"/>
                <a:ea typeface="Arial"/>
                <a:cs typeface="Arial"/>
              </a:defRPr>
            </a:lvl8pPr>
            <a:lvl9pPr>
              <a:defRPr sz="1425" b="0">
                <a:solidFill>
                  <a:srgbClr val="60758A"/>
                </a:solidFill>
                <a:latin typeface="Arial"/>
                <a:ea typeface="Arial"/>
                <a:cs typeface="Arial"/>
              </a:defRPr>
            </a:lvl9pPr>
          </a:lstStyle>
          <a:p xmlns:a="http://schemas.openxmlformats.org/drawingml/2006/main">
            <a:pPr>
              <a:defRPr sz="1425" b="0">
                <a:solidFill>
                  <a:srgbClr val="60758A"/>
                </a:solidFill>
                <a:latin typeface="Arial"/>
                <a:ea typeface="Arial"/>
                <a:cs typeface="Arial"/>
              </a:defRPr>
            </a:pPr>
            <a:r>
              <a:rPr sz="1425" b="0">
                <a:solidFill>
                  <a:srgbClr val="60758A"/>
                </a:solidFill>
                <a:latin typeface="Arial"/>
                <a:ea typeface="Arial"/>
                <a:cs typeface="Arial"/>
              </a:rPr>
              <a:t>09 / 12</a:t>
            </a:r>
          </a:p>
        </p:txBody>
      </p:sp>
      <p:graphicFrame>
        <p:nvGraphicFramePr>
          <p:cNvPr id="4" name="">
            <a:extLst xmlns:a="http://schemas.openxmlformats.org/drawingml/2006/main">
              <a:ext uri="{FF2B5EF4-FFF2-40B4-BE49-F238E27FC236}">
                <a16:creationId xmlns:a16="http://schemas.microsoft.com/office/drawing/2014/main" id="{C610C015-33C1-41FE-A283-C30AF1E5D49C}"/>
              </a:ext>
            </a:extLst>
          </p:cNvPr>
          <p:cNvGraphicFramePr/>
          <p:nvPr/>
        </p:nvGraphicFramePr>
        <p:xfrm>
          <a:off xmlns:a="http://schemas.openxmlformats.org/drawingml/2006/main" x="781050" y="1752600"/>
          <a:ext xmlns:a="http://schemas.openxmlformats.org/drawingml/2006/main" cx="13639800" cy="4191000"/>
        </p:xfrm>
        <a:graphic xmlns:a="http://schemas.openxmlformats.org/drawingml/2006/main">
          <a:graphicData uri="http://schemas.openxmlformats.org/drawingml/2006/table">
            <a:tbl>
              <a:tblPr/>
              <a:tblGrid>
                <a:gridCol w="3905250"/>
                <a:gridCol w="5238750"/>
                <a:gridCol w="4495800"/>
              </a:tblGrid>
              <a:tr h="838200">
                <a:tc>
                  <a:txBody>
                    <a:bodyPr/>
                    <a:lstStyle/>
                    <a:p>
                      <a:r>
                        <a:rPr sz="2175" b="1">
                          <a:solidFill>
                            <a:srgbClr val="FFFFFF"/>
                          </a:solidFill>
                          <a:latin typeface="Arial"/>
                          <a:ea typeface="Arial"/>
                          <a:cs typeface="Arial"/>
                        </a:rPr>
                        <a:t>Hạng mục</a:t>
                      </a:r>
                    </a:p>
                  </a:txBody>
                  <a:tcPr marL="91440" marR="91440" marT="45720" marB="45720">
                    <a:lnL w="9525">
                      <a:solidFill>
                        <a:srgbClr val="D9E2EB"/>
                      </a:solidFill>
                    </a:lnL>
                    <a:lnT w="9525">
                      <a:solidFill>
                        <a:srgbClr val="D9E2EB"/>
                      </a:solidFill>
                    </a:lnT>
                    <a:solidFill>
                      <a:srgbClr val="0C2038"/>
                    </a:solidFill>
                  </a:tcPr>
                </a:tc>
                <a:tc>
                  <a:txBody>
                    <a:bodyPr/>
                    <a:lstStyle/>
                    <a:p>
                      <a:r>
                        <a:rPr sz="2175" b="1">
                          <a:solidFill>
                            <a:srgbClr val="FFFFFF"/>
                          </a:solidFill>
                          <a:latin typeface="Arial"/>
                          <a:ea typeface="Arial"/>
                          <a:cs typeface="Arial"/>
                        </a:rPr>
                        <a:t>Bằng chứng hiện có</a:t>
                      </a:r>
                    </a:p>
                  </a:txBody>
                  <a:tcPr marL="91440" marR="91440" marT="45720" marB="45720">
                    <a:lnT w="9525">
                      <a:solidFill>
                        <a:srgbClr val="D9E2EB"/>
                      </a:solidFill>
                    </a:lnT>
                    <a:solidFill>
                      <a:srgbClr val="0C2038"/>
                    </a:solidFill>
                  </a:tcPr>
                </a:tc>
                <a:tc>
                  <a:txBody>
                    <a:bodyPr/>
                    <a:lstStyle/>
                    <a:p>
                      <a:r>
                        <a:rPr sz="2175" b="1">
                          <a:solidFill>
                            <a:srgbClr val="FFFFFF"/>
                          </a:solidFill>
                          <a:latin typeface="Arial"/>
                          <a:ea typeface="Arial"/>
                          <a:cs typeface="Arial"/>
                        </a:rPr>
                        <a:t>Trạng thái cần trình bày</a:t>
                      </a:r>
                    </a:p>
                  </a:txBody>
                  <a:tcPr marL="91440" marR="91440" marT="45720" marB="45720">
                    <a:lnR w="9525">
                      <a:solidFill>
                        <a:srgbClr val="D9E2EB"/>
                      </a:solidFill>
                    </a:lnR>
                    <a:lnT w="9525">
                      <a:solidFill>
                        <a:srgbClr val="D9E2EB"/>
                      </a:solidFill>
                    </a:lnT>
                    <a:solidFill>
                      <a:srgbClr val="0C2038"/>
                    </a:solidFill>
                  </a:tcPr>
                </a:tc>
              </a:tr>
              <a:tr h="838200">
                <a:tc>
                  <a:txBody>
                    <a:bodyPr/>
                    <a:lstStyle/>
                    <a:p>
                      <a:r>
                        <a:rPr sz="2175">
                          <a:solidFill>
                            <a:srgbClr val="18324C"/>
                          </a:solidFill>
                          <a:latin typeface="Arial"/>
                          <a:ea typeface="Arial"/>
                          <a:cs typeface="Arial"/>
                        </a:rPr>
                        <a:t>Ứng dụng: 8 nhóm SEC-TC</a:t>
                      </a:r>
                    </a:p>
                  </a:txBody>
                  <a:tcPr marL="91440" marR="91440" marT="45720" marB="45720">
                    <a:lnL w="9525">
                      <a:solidFill>
                        <a:srgbClr val="D9E2EB"/>
                      </a:solidFill>
                    </a:lnL>
                    <a:solidFill>
                      <a:srgbClr val="FFFFFF"/>
                    </a:solidFill>
                  </a:tcPr>
                </a:tc>
                <a:tc>
                  <a:txBody>
                    <a:bodyPr/>
                    <a:lstStyle/>
                    <a:p>
                      <a:r>
                        <a:rPr sz="2175">
                          <a:solidFill>
                            <a:srgbClr val="18324C"/>
                          </a:solidFill>
                          <a:latin typeface="Arial"/>
                          <a:ea typeface="Arial"/>
                          <a:cs typeface="Arial"/>
                        </a:rPr>
                        <a:t>Kế hoạch tại SecRS §6</a:t>
                      </a:r>
                    </a:p>
                    <a:p>
                      <a:r>
                        <a:rPr sz="2175">
                          <a:solidFill>
                            <a:srgbClr val="18324C"/>
                          </a:solidFill>
                          <a:latin typeface="Arial"/>
                          <a:ea typeface="Arial"/>
                          <a:cs typeface="Arial"/>
                        </a:rPr>
                        <a:t>EV-HD-21…28 được tổ chức theo nhóm</a:t>
                      </a:r>
                    </a:p>
                  </a:txBody>
                  <a:tcPr marL="91440" marR="91440" marT="45720" marB="45720">
                    <a:solidFill>
                      <a:srgbClr val="FFFFFF"/>
                    </a:solidFill>
                  </a:tcPr>
                </a:tc>
                <a:tc>
                  <a:txBody>
                    <a:bodyPr/>
                    <a:lstStyle/>
                    <a:p>
                      <a:r>
                        <a:rPr sz="2175">
                          <a:solidFill>
                            <a:srgbClr val="18324C"/>
                          </a:solidFill>
                          <a:latin typeface="Arial"/>
                          <a:ea typeface="Arial"/>
                          <a:cs typeface="Arial"/>
                        </a:rPr>
                        <a:t>Chưa có kết quả kiểm thử tích hợp</a:t>
                      </a:r>
                    </a:p>
                  </a:txBody>
                  <a:tcPr marL="91440" marR="91440" marT="45720" marB="45720">
                    <a:lnR w="9525">
                      <a:solidFill>
                        <a:srgbClr val="D9E2EB"/>
                      </a:solidFill>
                    </a:lnR>
                    <a:solidFill>
                      <a:srgbClr val="FFFFFF"/>
                    </a:solidFill>
                  </a:tcPr>
                </a:tc>
              </a:tr>
              <a:tr h="838200">
                <a:tc>
                  <a:txBody>
                    <a:bodyPr/>
                    <a:lstStyle/>
                    <a:p>
                      <a:r>
                        <a:rPr sz="2175">
                          <a:solidFill>
                            <a:srgbClr val="18324C"/>
                          </a:solidFill>
                          <a:latin typeface="Arial"/>
                          <a:ea typeface="Arial"/>
                          <a:cs typeface="Arial"/>
                        </a:rPr>
                        <a:t>IA-HD03: upload/download</a:t>
                      </a:r>
                    </a:p>
                  </a:txBody>
                  <a:tcPr marL="91440" marR="91440" marT="45720" marB="45720">
                    <a:lnL w="9525">
                      <a:solidFill>
                        <a:srgbClr val="D9E2EB"/>
                      </a:solidFill>
                    </a:lnL>
                    <a:solidFill>
                      <a:srgbClr val="F5F8FB"/>
                    </a:solidFill>
                  </a:tcPr>
                </a:tc>
                <a:tc>
                  <a:txBody>
                    <a:bodyPr/>
                    <a:lstStyle/>
                    <a:p>
                      <a:r>
                        <a:rPr sz="2175">
                          <a:solidFill>
                            <a:srgbClr val="18324C"/>
                          </a:solidFill>
                          <a:latin typeface="Arial"/>
                          <a:ea typeface="Arial"/>
                          <a:cs typeface="Arial"/>
                        </a:rPr>
                        <a:t>PR #5 có test plan và EV-HD-23</a:t>
                      </a:r>
                    </a:p>
                  </a:txBody>
                  <a:tcPr marL="91440" marR="91440" marT="45720" marB="45720">
                    <a:solidFill>
                      <a:srgbClr val="F5F8FB"/>
                    </a:solidFill>
                  </a:tcPr>
                </a:tc>
                <a:tc>
                  <a:txBody>
                    <a:bodyPr/>
                    <a:lstStyle/>
                    <a:p>
                      <a:r>
                        <a:rPr sz="2175">
                          <a:solidFill>
                            <a:srgbClr val="18324C"/>
                          </a:solidFill>
                          <a:latin typeface="Arial"/>
                          <a:ea typeface="Arial"/>
                          <a:cs typeface="Arial"/>
                        </a:rPr>
                        <a:t>NOT RUN, chờ Backend và contract</a:t>
                      </a:r>
                    </a:p>
                  </a:txBody>
                  <a:tcPr marL="91440" marR="91440" marT="45720" marB="45720">
                    <a:lnR w="9525">
                      <a:solidFill>
                        <a:srgbClr val="D9E2EB"/>
                      </a:solidFill>
                    </a:lnR>
                    <a:solidFill>
                      <a:srgbClr val="F5F8FB"/>
                    </a:solidFill>
                  </a:tcPr>
                </a:tc>
              </a:tr>
              <a:tr h="838200">
                <a:tc>
                  <a:txBody>
                    <a:bodyPr/>
                    <a:lstStyle/>
                    <a:p>
                      <a:r>
                        <a:rPr sz="2175">
                          <a:solidFill>
                            <a:srgbClr val="18324C"/>
                          </a:solidFill>
                          <a:latin typeface="Arial"/>
                          <a:ea typeface="Arial"/>
                          <a:cs typeface="Arial"/>
                        </a:rPr>
                        <a:t>IA-HD07: hardening</a:t>
                      </a:r>
                    </a:p>
                  </a:txBody>
                  <a:tcPr marL="91440" marR="91440" marT="45720" marB="45720">
                    <a:lnL w="9525">
                      <a:solidFill>
                        <a:srgbClr val="D9E2EB"/>
                      </a:solidFill>
                    </a:lnL>
                    <a:solidFill>
                      <a:srgbClr val="FFFFFF"/>
                    </a:solidFill>
                  </a:tcPr>
                </a:tc>
                <a:tc>
                  <a:txBody>
                    <a:bodyPr/>
                    <a:lstStyle/>
                    <a:p>
                      <a:r>
                        <a:rPr sz="2175">
                          <a:solidFill>
                            <a:srgbClr val="18324C"/>
                          </a:solidFill>
                          <a:latin typeface="Arial"/>
                          <a:ea typeface="Arial"/>
                          <a:cs typeface="Arial"/>
                        </a:rPr>
                        <a:t>PR #5 có EV-HD-28 summary</a:t>
                      </a:r>
                    </a:p>
                  </a:txBody>
                  <a:tcPr marL="91440" marR="91440" marT="45720" marB="45720">
                    <a:solidFill>
                      <a:srgbClr val="FFFFFF"/>
                    </a:solidFill>
                  </a:tcPr>
                </a:tc>
                <a:tc>
                  <a:txBody>
                    <a:bodyPr/>
                    <a:lstStyle/>
                    <a:p>
                      <a:r>
                        <a:rPr sz="2175">
                          <a:solidFill>
                            <a:srgbClr val="18324C"/>
                          </a:solidFill>
                          <a:latin typeface="Arial"/>
                          <a:ea typeface="Arial"/>
                          <a:cs typeface="Arial"/>
                        </a:rPr>
                        <a:t>Partially Verified, thiếu log gốc</a:t>
                      </a:r>
                    </a:p>
                  </a:txBody>
                  <a:tcPr marL="91440" marR="91440" marT="45720" marB="45720">
                    <a:lnR w="9525">
                      <a:solidFill>
                        <a:srgbClr val="D9E2EB"/>
                      </a:solidFill>
                    </a:lnR>
                    <a:solidFill>
                      <a:srgbClr val="FFFFFF"/>
                    </a:solidFill>
                  </a:tcPr>
                </a:tc>
              </a:tr>
              <a:tr h="838200">
                <a:tc>
                  <a:txBody>
                    <a:bodyPr/>
                    <a:lstStyle/>
                    <a:p>
                      <a:r>
                        <a:rPr sz="2175">
                          <a:solidFill>
                            <a:srgbClr val="18324C"/>
                          </a:solidFill>
                          <a:latin typeface="Arial"/>
                          <a:ea typeface="Arial"/>
                          <a:cs typeface="Arial"/>
                        </a:rPr>
                        <a:t>Khởi tạo DB trong lab riêng</a:t>
                      </a:r>
                    </a:p>
                  </a:txBody>
                  <a:tcPr marL="91440" marR="91440" marT="45720" marB="45720">
                    <a:lnL w="9525">
                      <a:solidFill>
                        <a:srgbClr val="D9E2EB"/>
                      </a:solidFill>
                    </a:lnL>
                    <a:lnB w="9525">
                      <a:solidFill>
                        <a:srgbClr val="D9E2EB"/>
                      </a:solidFill>
                    </a:lnB>
                    <a:solidFill>
                      <a:srgbClr val="F5F8FB"/>
                    </a:solidFill>
                  </a:tcPr>
                </a:tc>
                <a:tc>
                  <a:txBody>
                    <a:bodyPr/>
                    <a:lstStyle/>
                    <a:p>
                      <a:r>
                        <a:rPr sz="2175">
                          <a:solidFill>
                            <a:srgbClr val="18324C"/>
                          </a:solidFill>
                          <a:latin typeface="Arial"/>
                          <a:ea typeface="Arial"/>
                          <a:cs typeface="Arial"/>
                        </a:rPr>
                        <a:t>PR #5 báo cáo schema/seed PostgreSQL 16</a:t>
                      </a:r>
                    </a:p>
                  </a:txBody>
                  <a:tcPr marL="91440" marR="91440" marT="45720" marB="45720">
                    <a:lnB w="9525">
                      <a:solidFill>
                        <a:srgbClr val="D9E2EB"/>
                      </a:solidFill>
                    </a:lnB>
                    <a:solidFill>
                      <a:srgbClr val="F5F8FB"/>
                    </a:solidFill>
                  </a:tcPr>
                </a:tc>
                <a:tc>
                  <a:txBody>
                    <a:bodyPr/>
                    <a:lstStyle/>
                    <a:p>
                      <a:r>
                        <a:rPr sz="2175">
                          <a:solidFill>
                            <a:srgbClr val="18324C"/>
                          </a:solidFill>
                          <a:latin typeface="Arial"/>
                          <a:ea typeface="Arial"/>
                          <a:cs typeface="Arial"/>
                        </a:rPr>
                        <a:t>Báo cáo PASS cho DB, chưa là PASS bảo mật</a:t>
                      </a:r>
                    </a:p>
                  </a:txBody>
                  <a:tcPr marL="91440" marR="91440" marT="45720" marB="45720">
                    <a:lnR w="9525">
                      <a:solidFill>
                        <a:srgbClr val="D9E2EB"/>
                      </a:solidFill>
                    </a:lnR>
                    <a:lnB w="9525">
                      <a:solidFill>
                        <a:srgbClr val="D9E2EB"/>
                      </a:solidFill>
                    </a:lnB>
                    <a:solidFill>
                      <a:srgbClr val="F5F8FB"/>
                    </a:solidFill>
                  </a:tcPr>
                </a:tc>
              </a:tr>
            </a:tbl>
          </a:graphicData>
        </a:graphic>
      </p:graphicFrame>
      <p:sp>
        <p:nvSpPr>
          <p:cNvPr id="5" name="">
            <a:extLst xmlns:a="http://schemas.openxmlformats.org/drawingml/2006/main">
              <a:ext uri="{FF2B5EF4-FFF2-40B4-BE49-F238E27FC236}">
                <a16:creationId xmlns:a16="http://schemas.microsoft.com/office/drawing/2014/main" id="{E4EBD66E-81D1-4389-9E6A-A881D538EB0C}"/>
              </a:ext>
            </a:extLst>
          </p:cNvPr>
          <p:cNvSpPr>
            <a:spLocks xmlns:a="http://schemas.openxmlformats.org/drawingml/2006/main" noGrp="1"/>
          </p:cNvSpPr>
          <p:nvPr/>
        </p:nvSpPr>
        <p:spPr>
          <a:xfrm xmlns:a="http://schemas.openxmlformats.org/drawingml/2006/main">
            <a:off x="800100" y="6477000"/>
            <a:ext cx="1333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087F8C"/>
                </a:solidFill>
                <a:latin typeface="Arial"/>
                <a:ea typeface="Arial"/>
                <a:cs typeface="Arial"/>
              </a:defRPr>
            </a:defPPr>
            <a:lvl1pPr>
              <a:defRPr sz="2550" b="1">
                <a:solidFill>
                  <a:srgbClr val="087F8C"/>
                </a:solidFill>
                <a:latin typeface="Arial"/>
                <a:ea typeface="Arial"/>
                <a:cs typeface="Arial"/>
              </a:defRPr>
            </a:lvl1pPr>
            <a:lvl2pPr>
              <a:defRPr sz="2550" b="1">
                <a:solidFill>
                  <a:srgbClr val="087F8C"/>
                </a:solidFill>
                <a:latin typeface="Arial"/>
                <a:ea typeface="Arial"/>
                <a:cs typeface="Arial"/>
              </a:defRPr>
            </a:lvl2pPr>
            <a:lvl3pPr>
              <a:defRPr sz="2550" b="1">
                <a:solidFill>
                  <a:srgbClr val="087F8C"/>
                </a:solidFill>
                <a:latin typeface="Arial"/>
                <a:ea typeface="Arial"/>
                <a:cs typeface="Arial"/>
              </a:defRPr>
            </a:lvl3pPr>
            <a:lvl4pPr>
              <a:defRPr sz="2550" b="1">
                <a:solidFill>
                  <a:srgbClr val="087F8C"/>
                </a:solidFill>
                <a:latin typeface="Arial"/>
                <a:ea typeface="Arial"/>
                <a:cs typeface="Arial"/>
              </a:defRPr>
            </a:lvl4pPr>
            <a:lvl5pPr>
              <a:defRPr sz="2550" b="1">
                <a:solidFill>
                  <a:srgbClr val="087F8C"/>
                </a:solidFill>
                <a:latin typeface="Arial"/>
                <a:ea typeface="Arial"/>
                <a:cs typeface="Arial"/>
              </a:defRPr>
            </a:lvl5pPr>
            <a:lvl6pPr>
              <a:defRPr sz="2550" b="1">
                <a:solidFill>
                  <a:srgbClr val="087F8C"/>
                </a:solidFill>
                <a:latin typeface="Arial"/>
                <a:ea typeface="Arial"/>
                <a:cs typeface="Arial"/>
              </a:defRPr>
            </a:lvl6pPr>
            <a:lvl7pPr>
              <a:defRPr sz="2550" b="1">
                <a:solidFill>
                  <a:srgbClr val="087F8C"/>
                </a:solidFill>
                <a:latin typeface="Arial"/>
                <a:ea typeface="Arial"/>
                <a:cs typeface="Arial"/>
              </a:defRPr>
            </a:lvl7pPr>
            <a:lvl8pPr>
              <a:defRPr sz="2550" b="1">
                <a:solidFill>
                  <a:srgbClr val="087F8C"/>
                </a:solidFill>
                <a:latin typeface="Arial"/>
                <a:ea typeface="Arial"/>
                <a:cs typeface="Arial"/>
              </a:defRPr>
            </a:lvl8pPr>
            <a:lvl9pPr>
              <a:defRPr sz="2550" b="1">
                <a:solidFill>
                  <a:srgbClr val="087F8C"/>
                </a:solidFill>
                <a:latin typeface="Arial"/>
                <a:ea typeface="Arial"/>
                <a:cs typeface="Arial"/>
              </a:defRPr>
            </a:lvl9pPr>
          </a:lstStyle>
          <a:p xmlns:a="http://schemas.openxmlformats.org/drawingml/2006/main">
            <a:pPr>
              <a:defRPr sz="2550" b="1">
                <a:solidFill>
                  <a:srgbClr val="087F8C"/>
                </a:solidFill>
                <a:latin typeface="Arial"/>
                <a:ea typeface="Arial"/>
                <a:cs typeface="Arial"/>
              </a:defRPr>
            </a:pPr>
            <a:r>
              <a:rPr sz="2550" b="1">
                <a:solidFill>
                  <a:srgbClr val="087F8C"/>
                </a:solidFill>
                <a:latin typeface="Arial"/>
                <a:ea typeface="Arial"/>
                <a:cs typeface="Arial"/>
              </a:rPr>
              <a:t>Giới hạn bằng chứng</a:t>
            </a:r>
          </a:p>
        </p:txBody>
      </p:sp>
      <p:sp>
        <p:nvSpPr>
          <p:cNvPr id="6" name="">
            <a:extLst xmlns:a="http://schemas.openxmlformats.org/drawingml/2006/main">
              <a:ext uri="{FF2B5EF4-FFF2-40B4-BE49-F238E27FC236}">
                <a16:creationId xmlns:a16="http://schemas.microsoft.com/office/drawing/2014/main" id="{58F91F50-17F4-4C88-AB22-D8D7453D88AA}"/>
              </a:ext>
            </a:extLst>
          </p:cNvPr>
          <p:cNvSpPr>
            <a:spLocks xmlns:a="http://schemas.openxmlformats.org/drawingml/2006/main" noGrp="1"/>
          </p:cNvSpPr>
          <p:nvPr/>
        </p:nvSpPr>
        <p:spPr>
          <a:xfrm xmlns:a="http://schemas.openxmlformats.org/drawingml/2006/main">
            <a:off x="800100" y="7105650"/>
            <a:ext cx="1314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324C"/>
                </a:solidFill>
                <a:latin typeface="Arial"/>
                <a:ea typeface="Arial"/>
                <a:cs typeface="Arial"/>
              </a:defRPr>
            </a:defPPr>
            <a:lvl1pPr>
              <a:defRPr sz="2325" b="0">
                <a:solidFill>
                  <a:srgbClr val="18324C"/>
                </a:solidFill>
                <a:latin typeface="Arial"/>
                <a:ea typeface="Arial"/>
                <a:cs typeface="Arial"/>
              </a:defRPr>
            </a:lvl1pPr>
            <a:lvl2pPr>
              <a:defRPr sz="2325" b="0">
                <a:solidFill>
                  <a:srgbClr val="18324C"/>
                </a:solidFill>
                <a:latin typeface="Arial"/>
                <a:ea typeface="Arial"/>
                <a:cs typeface="Arial"/>
              </a:defRPr>
            </a:lvl2pPr>
            <a:lvl3pPr>
              <a:defRPr sz="2325" b="0">
                <a:solidFill>
                  <a:srgbClr val="18324C"/>
                </a:solidFill>
                <a:latin typeface="Arial"/>
                <a:ea typeface="Arial"/>
                <a:cs typeface="Arial"/>
              </a:defRPr>
            </a:lvl3pPr>
            <a:lvl4pPr>
              <a:defRPr sz="2325" b="0">
                <a:solidFill>
                  <a:srgbClr val="18324C"/>
                </a:solidFill>
                <a:latin typeface="Arial"/>
                <a:ea typeface="Arial"/>
                <a:cs typeface="Arial"/>
              </a:defRPr>
            </a:lvl4pPr>
            <a:lvl5pPr>
              <a:defRPr sz="2325" b="0">
                <a:solidFill>
                  <a:srgbClr val="18324C"/>
                </a:solidFill>
                <a:latin typeface="Arial"/>
                <a:ea typeface="Arial"/>
                <a:cs typeface="Arial"/>
              </a:defRPr>
            </a:lvl5pPr>
            <a:lvl6pPr>
              <a:defRPr sz="2325" b="0">
                <a:solidFill>
                  <a:srgbClr val="18324C"/>
                </a:solidFill>
                <a:latin typeface="Arial"/>
                <a:ea typeface="Arial"/>
                <a:cs typeface="Arial"/>
              </a:defRPr>
            </a:lvl6pPr>
            <a:lvl7pPr>
              <a:defRPr sz="2325" b="0">
                <a:solidFill>
                  <a:srgbClr val="18324C"/>
                </a:solidFill>
                <a:latin typeface="Arial"/>
                <a:ea typeface="Arial"/>
                <a:cs typeface="Arial"/>
              </a:defRPr>
            </a:lvl7pPr>
            <a:lvl8pPr>
              <a:defRPr sz="2325" b="0">
                <a:solidFill>
                  <a:srgbClr val="18324C"/>
                </a:solidFill>
                <a:latin typeface="Arial"/>
                <a:ea typeface="Arial"/>
                <a:cs typeface="Arial"/>
              </a:defRPr>
            </a:lvl8pPr>
            <a:lvl9pPr>
              <a:defRPr sz="2325" b="0">
                <a:solidFill>
                  <a:srgbClr val="18324C"/>
                </a:solidFill>
                <a:latin typeface="Arial"/>
                <a:ea typeface="Arial"/>
                <a:cs typeface="Arial"/>
              </a:defRPr>
            </a:lvl9pPr>
          </a:lstStyle>
          <a:p xmlns:a="http://schemas.openxmlformats.org/drawingml/2006/main">
            <a:pPr>
              <a:defRPr sz="2325" b="0">
                <a:solidFill>
                  <a:srgbClr val="18324C"/>
                </a:solidFill>
                <a:latin typeface="Arial"/>
                <a:ea typeface="Arial"/>
                <a:cs typeface="Arial"/>
              </a:defRPr>
            </a:pPr>
            <a:r>
              <a:rPr sz="2325" b="0">
                <a:solidFill>
                  <a:srgbClr val="18324C"/>
                </a:solidFill>
                <a:latin typeface="Arial"/>
                <a:ea typeface="Arial"/>
                <a:cs typeface="Arial"/>
              </a:rPr>
              <a:t>Cần đúng commit, môi trường và kết quả từng ca. Báo cáo một phần chưa đủ để nghiệm thu toàn bộ IA-HD07.</a:t>
            </a:r>
          </a:p>
        </p:txBody>
      </p:sp>
    </p:spTree>
    <p:extLst>
      <p:ext uri="{BB962C8B-B14F-4D97-AF65-F5344CB8AC3E}">
        <p14:creationId xmlns:p14="http://schemas.microsoft.com/office/powerpoint/2010/main" val="194706472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7C3712E-2448-4369-9874-43ED487F53A1}"/>
              </a:ext>
            </a:extLst>
          </p:cNvPr>
          <p:cNvSpPr>
            <a:spLocks xmlns:a="http://schemas.openxmlformats.org/drawingml/2006/main" noGrp="1"/>
          </p:cNvSpPr>
          <p:nvPr/>
        </p:nvSpPr>
        <p:spPr>
          <a:xfrm xmlns:a="http://schemas.openxmlformats.org/drawingml/2006/main">
            <a:off x="762000" y="438150"/>
            <a:ext cx="13668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0C2038"/>
                </a:solidFill>
                <a:latin typeface="Arial"/>
                <a:ea typeface="Arial"/>
                <a:cs typeface="Arial"/>
              </a:defRPr>
            </a:defPPr>
            <a:lvl1pPr>
              <a:defRPr sz="3900" b="1">
                <a:solidFill>
                  <a:srgbClr val="0C2038"/>
                </a:solidFill>
                <a:latin typeface="Arial"/>
                <a:ea typeface="Arial"/>
                <a:cs typeface="Arial"/>
              </a:defRPr>
            </a:lvl1pPr>
            <a:lvl2pPr>
              <a:defRPr sz="3900" b="1">
                <a:solidFill>
                  <a:srgbClr val="0C2038"/>
                </a:solidFill>
                <a:latin typeface="Arial"/>
                <a:ea typeface="Arial"/>
                <a:cs typeface="Arial"/>
              </a:defRPr>
            </a:lvl2pPr>
            <a:lvl3pPr>
              <a:defRPr sz="3900" b="1">
                <a:solidFill>
                  <a:srgbClr val="0C2038"/>
                </a:solidFill>
                <a:latin typeface="Arial"/>
                <a:ea typeface="Arial"/>
                <a:cs typeface="Arial"/>
              </a:defRPr>
            </a:lvl3pPr>
            <a:lvl4pPr>
              <a:defRPr sz="3900" b="1">
                <a:solidFill>
                  <a:srgbClr val="0C2038"/>
                </a:solidFill>
                <a:latin typeface="Arial"/>
                <a:ea typeface="Arial"/>
                <a:cs typeface="Arial"/>
              </a:defRPr>
            </a:lvl4pPr>
            <a:lvl5pPr>
              <a:defRPr sz="3900" b="1">
                <a:solidFill>
                  <a:srgbClr val="0C2038"/>
                </a:solidFill>
                <a:latin typeface="Arial"/>
                <a:ea typeface="Arial"/>
                <a:cs typeface="Arial"/>
              </a:defRPr>
            </a:lvl5pPr>
            <a:lvl6pPr>
              <a:defRPr sz="3900" b="1">
                <a:solidFill>
                  <a:srgbClr val="0C2038"/>
                </a:solidFill>
                <a:latin typeface="Arial"/>
                <a:ea typeface="Arial"/>
                <a:cs typeface="Arial"/>
              </a:defRPr>
            </a:lvl6pPr>
            <a:lvl7pPr>
              <a:defRPr sz="3900" b="1">
                <a:solidFill>
                  <a:srgbClr val="0C2038"/>
                </a:solidFill>
                <a:latin typeface="Arial"/>
                <a:ea typeface="Arial"/>
                <a:cs typeface="Arial"/>
              </a:defRPr>
            </a:lvl7pPr>
            <a:lvl8pPr>
              <a:defRPr sz="3900" b="1">
                <a:solidFill>
                  <a:srgbClr val="0C2038"/>
                </a:solidFill>
                <a:latin typeface="Arial"/>
                <a:ea typeface="Arial"/>
                <a:cs typeface="Arial"/>
              </a:defRPr>
            </a:lvl8pPr>
            <a:lvl9pPr>
              <a:defRPr sz="3900" b="1">
                <a:solidFill>
                  <a:srgbClr val="0C2038"/>
                </a:solidFill>
                <a:latin typeface="Arial"/>
                <a:ea typeface="Arial"/>
                <a:cs typeface="Arial"/>
              </a:defRPr>
            </a:lvl9pPr>
          </a:lstStyle>
          <a:p xmlns:a="http://schemas.openxmlformats.org/drawingml/2006/main">
            <a:pPr>
              <a:defRPr sz="3900" b="1">
                <a:solidFill>
                  <a:srgbClr val="0C2038"/>
                </a:solidFill>
                <a:latin typeface="Arial"/>
                <a:ea typeface="Arial"/>
                <a:cs typeface="Arial"/>
              </a:defRPr>
            </a:pPr>
            <a:r>
              <a:rPr sz="3900" b="1">
                <a:solidFill>
                  <a:srgbClr val="0C2038"/>
                </a:solidFill>
                <a:latin typeface="Arial"/>
                <a:ea typeface="Arial"/>
                <a:cs typeface="Arial"/>
              </a:rPr>
              <a:t>Triển khai và phần còn chờ tích hợp</a:t>
            </a:r>
          </a:p>
        </p:txBody>
      </p:sp>
      <p:sp>
        <p:nvSpPr>
          <p:cNvPr id="3" name="">
            <a:extLst xmlns:a="http://schemas.openxmlformats.org/drawingml/2006/main">
              <a:ext uri="{FF2B5EF4-FFF2-40B4-BE49-F238E27FC236}">
                <a16:creationId xmlns:a16="http://schemas.microsoft.com/office/drawing/2014/main" id="{D2A41065-DF71-4BC8-86F1-9B12F7A1ED45}"/>
              </a:ext>
            </a:extLst>
          </p:cNvPr>
          <p:cNvSpPr>
            <a:spLocks xmlns:a="http://schemas.openxmlformats.org/drawingml/2006/main" noGrp="1"/>
          </p:cNvSpPr>
          <p:nvPr/>
        </p:nvSpPr>
        <p:spPr>
          <a:xfrm xmlns:a="http://schemas.openxmlformats.org/drawingml/2006/main">
            <a:off x="13696950" y="812482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0758A"/>
                </a:solidFill>
                <a:latin typeface="Arial"/>
                <a:ea typeface="Arial"/>
                <a:cs typeface="Arial"/>
              </a:defRPr>
            </a:defPPr>
            <a:lvl1pPr>
              <a:defRPr sz="1425" b="0">
                <a:solidFill>
                  <a:srgbClr val="60758A"/>
                </a:solidFill>
                <a:latin typeface="Arial"/>
                <a:ea typeface="Arial"/>
                <a:cs typeface="Arial"/>
              </a:defRPr>
            </a:lvl1pPr>
            <a:lvl2pPr>
              <a:defRPr sz="1425" b="0">
                <a:solidFill>
                  <a:srgbClr val="60758A"/>
                </a:solidFill>
                <a:latin typeface="Arial"/>
                <a:ea typeface="Arial"/>
                <a:cs typeface="Arial"/>
              </a:defRPr>
            </a:lvl2pPr>
            <a:lvl3pPr>
              <a:defRPr sz="1425" b="0">
                <a:solidFill>
                  <a:srgbClr val="60758A"/>
                </a:solidFill>
                <a:latin typeface="Arial"/>
                <a:ea typeface="Arial"/>
                <a:cs typeface="Arial"/>
              </a:defRPr>
            </a:lvl3pPr>
            <a:lvl4pPr>
              <a:defRPr sz="1425" b="0">
                <a:solidFill>
                  <a:srgbClr val="60758A"/>
                </a:solidFill>
                <a:latin typeface="Arial"/>
                <a:ea typeface="Arial"/>
                <a:cs typeface="Arial"/>
              </a:defRPr>
            </a:lvl4pPr>
            <a:lvl5pPr>
              <a:defRPr sz="1425" b="0">
                <a:solidFill>
                  <a:srgbClr val="60758A"/>
                </a:solidFill>
                <a:latin typeface="Arial"/>
                <a:ea typeface="Arial"/>
                <a:cs typeface="Arial"/>
              </a:defRPr>
            </a:lvl5pPr>
            <a:lvl6pPr>
              <a:defRPr sz="1425" b="0">
                <a:solidFill>
                  <a:srgbClr val="60758A"/>
                </a:solidFill>
                <a:latin typeface="Arial"/>
                <a:ea typeface="Arial"/>
                <a:cs typeface="Arial"/>
              </a:defRPr>
            </a:lvl6pPr>
            <a:lvl7pPr>
              <a:defRPr sz="1425" b="0">
                <a:solidFill>
                  <a:srgbClr val="60758A"/>
                </a:solidFill>
                <a:latin typeface="Arial"/>
                <a:ea typeface="Arial"/>
                <a:cs typeface="Arial"/>
              </a:defRPr>
            </a:lvl7pPr>
            <a:lvl8pPr>
              <a:defRPr sz="1425" b="0">
                <a:solidFill>
                  <a:srgbClr val="60758A"/>
                </a:solidFill>
                <a:latin typeface="Arial"/>
                <a:ea typeface="Arial"/>
                <a:cs typeface="Arial"/>
              </a:defRPr>
            </a:lvl8pPr>
            <a:lvl9pPr>
              <a:defRPr sz="1425" b="0">
                <a:solidFill>
                  <a:srgbClr val="60758A"/>
                </a:solidFill>
                <a:latin typeface="Arial"/>
                <a:ea typeface="Arial"/>
                <a:cs typeface="Arial"/>
              </a:defRPr>
            </a:lvl9pPr>
          </a:lstStyle>
          <a:p xmlns:a="http://schemas.openxmlformats.org/drawingml/2006/main">
            <a:pPr>
              <a:defRPr sz="1425" b="0">
                <a:solidFill>
                  <a:srgbClr val="60758A"/>
                </a:solidFill>
                <a:latin typeface="Arial"/>
                <a:ea typeface="Arial"/>
                <a:cs typeface="Arial"/>
              </a:defRPr>
            </a:pPr>
            <a:r>
              <a:rPr sz="1425" b="0">
                <a:solidFill>
                  <a:srgbClr val="60758A"/>
                </a:solidFill>
                <a:latin typeface="Arial"/>
                <a:ea typeface="Arial"/>
                <a:cs typeface="Arial"/>
              </a:rPr>
              <a:t>10 / 12</a:t>
            </a:r>
          </a:p>
        </p:txBody>
      </p:sp>
      <p:graphicFrame>
        <p:nvGraphicFramePr>
          <p:cNvPr id="4" name="">
            <a:extLst xmlns:a="http://schemas.openxmlformats.org/drawingml/2006/main">
              <a:ext uri="{FF2B5EF4-FFF2-40B4-BE49-F238E27FC236}">
                <a16:creationId xmlns:a16="http://schemas.microsoft.com/office/drawing/2014/main" id="{8581B879-03E1-4483-9DA8-B849C307394F}"/>
              </a:ext>
            </a:extLst>
          </p:cNvPr>
          <p:cNvGraphicFramePr/>
          <p:nvPr/>
        </p:nvGraphicFramePr>
        <p:xfrm>
          <a:off xmlns:a="http://schemas.openxmlformats.org/drawingml/2006/main" x="781050" y="1752600"/>
          <a:ext xmlns:a="http://schemas.openxmlformats.org/drawingml/2006/main" cx="7905750" cy="3590925"/>
        </p:xfrm>
        <a:graphic xmlns:a="http://schemas.openxmlformats.org/drawingml/2006/main">
          <a:graphicData uri="http://schemas.openxmlformats.org/drawingml/2006/table">
            <a:tbl>
              <a:tblPr/>
              <a:tblGrid>
                <a:gridCol w="3571875"/>
                <a:gridCol w="4333875"/>
              </a:tblGrid>
              <a:tr h="718185">
                <a:tc>
                  <a:txBody>
                    <a:bodyPr/>
                    <a:lstStyle/>
                    <a:p>
                      <a:r>
                        <a:rPr sz="2175" b="1">
                          <a:solidFill>
                            <a:srgbClr val="FFFFFF"/>
                          </a:solidFill>
                          <a:latin typeface="Arial"/>
                          <a:ea typeface="Arial"/>
                          <a:cs typeface="Arial"/>
                        </a:rPr>
                        <a:t>Mạng trong Compose PR #6</a:t>
                      </a:r>
                    </a:p>
                  </a:txBody>
                  <a:tcPr marL="91440" marR="91440" marT="45720" marB="45720">
                    <a:lnL w="9525">
                      <a:solidFill>
                        <a:srgbClr val="D9E2EB"/>
                      </a:solidFill>
                    </a:lnL>
                    <a:lnT w="9525">
                      <a:solidFill>
                        <a:srgbClr val="D9E2EB"/>
                      </a:solidFill>
                    </a:lnT>
                    <a:solidFill>
                      <a:srgbClr val="0C2038"/>
                    </a:solidFill>
                  </a:tcPr>
                </a:tc>
                <a:tc>
                  <a:txBody>
                    <a:bodyPr/>
                    <a:lstStyle/>
                    <a:p>
                      <a:r>
                        <a:rPr sz="2175" b="1">
                          <a:solidFill>
                            <a:srgbClr val="FFFFFF"/>
                          </a:solidFill>
                          <a:latin typeface="Arial"/>
                          <a:ea typeface="Arial"/>
                          <a:cs typeface="Arial"/>
                        </a:rPr>
                        <a:t>Thành phần theo cấu hình</a:t>
                      </a:r>
                    </a:p>
                  </a:txBody>
                  <a:tcPr marL="91440" marR="91440" marT="45720" marB="45720">
                    <a:lnR w="9525">
                      <a:solidFill>
                        <a:srgbClr val="D9E2EB"/>
                      </a:solidFill>
                    </a:lnR>
                    <a:lnT w="9525">
                      <a:solidFill>
                        <a:srgbClr val="D9E2EB"/>
                      </a:solidFill>
                    </a:lnT>
                    <a:solidFill>
                      <a:srgbClr val="0C2038"/>
                    </a:solidFill>
                  </a:tcPr>
                </a:tc>
              </a:tr>
              <a:tr h="718185">
                <a:tc>
                  <a:txBody>
                    <a:bodyPr/>
                    <a:lstStyle/>
                    <a:p>
                      <a:r>
                        <a:rPr sz="2175">
                          <a:solidFill>
                            <a:srgbClr val="18324C"/>
                          </a:solidFill>
                          <a:latin typeface="Arial"/>
                          <a:ea typeface="Arial"/>
                          <a:cs typeface="Arial"/>
                        </a:rPr>
                        <a:t>p01-public</a:t>
                      </a:r>
                    </a:p>
                  </a:txBody>
                  <a:tcPr marL="91440" marR="91440" marT="45720" marB="45720">
                    <a:lnL w="9525">
                      <a:solidFill>
                        <a:srgbClr val="D9E2EB"/>
                      </a:solidFill>
                    </a:lnL>
                    <a:solidFill>
                      <a:srgbClr val="FFFFFF"/>
                    </a:solidFill>
                  </a:tcPr>
                </a:tc>
                <a:tc>
                  <a:txBody>
                    <a:bodyPr/>
                    <a:lstStyle/>
                    <a:p>
                      <a:r>
                        <a:rPr sz="2175">
                          <a:solidFill>
                            <a:srgbClr val="18324C"/>
                          </a:solidFill>
                          <a:latin typeface="Arial"/>
                          <a:ea typeface="Arial"/>
                          <a:cs typeface="Arial"/>
                        </a:rPr>
                        <a:t>Gateway Nginx</a:t>
                      </a:r>
                    </a:p>
                  </a:txBody>
                  <a:tcPr marL="91440" marR="91440" marT="45720" marB="45720">
                    <a:lnR w="9525">
                      <a:solidFill>
                        <a:srgbClr val="D9E2EB"/>
                      </a:solidFill>
                    </a:lnR>
                    <a:solidFill>
                      <a:srgbClr val="FFFFFF"/>
                    </a:solidFill>
                  </a:tcPr>
                </a:tc>
              </a:tr>
              <a:tr h="718185">
                <a:tc>
                  <a:txBody>
                    <a:bodyPr/>
                    <a:lstStyle/>
                    <a:p>
                      <a:r>
                        <a:rPr sz="2175">
                          <a:solidFill>
                            <a:srgbClr val="18324C"/>
                          </a:solidFill>
                          <a:latin typeface="Arial"/>
                          <a:ea typeface="Arial"/>
                          <a:cs typeface="Arial"/>
                        </a:rPr>
                        <a:t>p01-front</a:t>
                      </a:r>
                    </a:p>
                  </a:txBody>
                  <a:tcPr marL="91440" marR="91440" marT="45720" marB="45720">
                    <a:lnL w="9525">
                      <a:solidFill>
                        <a:srgbClr val="D9E2EB"/>
                      </a:solidFill>
                    </a:lnL>
                    <a:solidFill>
                      <a:srgbClr val="F5F8FB"/>
                    </a:solidFill>
                  </a:tcPr>
                </a:tc>
                <a:tc>
                  <a:txBody>
                    <a:bodyPr/>
                    <a:lstStyle/>
                    <a:p>
                      <a:r>
                        <a:rPr sz="2175">
                          <a:solidFill>
                            <a:srgbClr val="18324C"/>
                          </a:solidFill>
                          <a:latin typeface="Arial"/>
                          <a:ea typeface="Arial"/>
                          <a:cs typeface="Arial"/>
                        </a:rPr>
                        <a:t>Gateway và Frontend</a:t>
                      </a:r>
                    </a:p>
                  </a:txBody>
                  <a:tcPr marL="91440" marR="91440" marT="45720" marB="45720">
                    <a:lnR w="9525">
                      <a:solidFill>
                        <a:srgbClr val="D9E2EB"/>
                      </a:solidFill>
                    </a:lnR>
                    <a:solidFill>
                      <a:srgbClr val="F5F8FB"/>
                    </a:solidFill>
                  </a:tcPr>
                </a:tc>
              </a:tr>
              <a:tr h="718185">
                <a:tc>
                  <a:txBody>
                    <a:bodyPr/>
                    <a:lstStyle/>
                    <a:p>
                      <a:r>
                        <a:rPr sz="2175">
                          <a:solidFill>
                            <a:srgbClr val="18324C"/>
                          </a:solidFill>
                          <a:latin typeface="Arial"/>
                          <a:ea typeface="Arial"/>
                          <a:cs typeface="Arial"/>
                        </a:rPr>
                        <a:t>p01-back</a:t>
                      </a:r>
                    </a:p>
                  </a:txBody>
                  <a:tcPr marL="91440" marR="91440" marT="45720" marB="45720">
                    <a:lnL w="9525">
                      <a:solidFill>
                        <a:srgbClr val="D9E2EB"/>
                      </a:solidFill>
                    </a:lnL>
                    <a:solidFill>
                      <a:srgbClr val="FFFFFF"/>
                    </a:solidFill>
                  </a:tcPr>
                </a:tc>
                <a:tc>
                  <a:txBody>
                    <a:bodyPr/>
                    <a:lstStyle/>
                    <a:p>
                      <a:r>
                        <a:rPr sz="2175">
                          <a:solidFill>
                            <a:srgbClr val="18324C"/>
                          </a:solidFill>
                          <a:latin typeface="Arial"/>
                          <a:ea typeface="Arial"/>
                          <a:cs typeface="Arial"/>
                        </a:rPr>
                        <a:t>Gateway và Backend</a:t>
                      </a:r>
                    </a:p>
                  </a:txBody>
                  <a:tcPr marL="91440" marR="91440" marT="45720" marB="45720">
                    <a:lnR w="9525">
                      <a:solidFill>
                        <a:srgbClr val="D9E2EB"/>
                      </a:solidFill>
                    </a:lnR>
                    <a:solidFill>
                      <a:srgbClr val="FFFFFF"/>
                    </a:solidFill>
                  </a:tcPr>
                </a:tc>
              </a:tr>
              <a:tr h="718185">
                <a:tc>
                  <a:txBody>
                    <a:bodyPr/>
                    <a:lstStyle/>
                    <a:p>
                      <a:r>
                        <a:rPr sz="2175">
                          <a:solidFill>
                            <a:srgbClr val="18324C"/>
                          </a:solidFill>
                          <a:latin typeface="Arial"/>
                          <a:ea typeface="Arial"/>
                          <a:cs typeface="Arial"/>
                        </a:rPr>
                        <a:t>p01-db</a:t>
                      </a:r>
                    </a:p>
                  </a:txBody>
                  <a:tcPr marL="91440" marR="91440" marT="45720" marB="45720">
                    <a:lnL w="9525">
                      <a:solidFill>
                        <a:srgbClr val="D9E2EB"/>
                      </a:solidFill>
                    </a:lnL>
                    <a:lnB w="9525">
                      <a:solidFill>
                        <a:srgbClr val="D9E2EB"/>
                      </a:solidFill>
                    </a:lnB>
                    <a:solidFill>
                      <a:srgbClr val="F5F8FB"/>
                    </a:solidFill>
                  </a:tcPr>
                </a:tc>
                <a:tc>
                  <a:txBody>
                    <a:bodyPr/>
                    <a:lstStyle/>
                    <a:p>
                      <a:r>
                        <a:rPr sz="2175">
                          <a:solidFill>
                            <a:srgbClr val="18324C"/>
                          </a:solidFill>
                          <a:latin typeface="Arial"/>
                          <a:ea typeface="Arial"/>
                          <a:cs typeface="Arial"/>
                        </a:rPr>
                        <a:t>Backend và PostgreSQL</a:t>
                      </a:r>
                    </a:p>
                  </a:txBody>
                  <a:tcPr marL="91440" marR="91440" marT="45720" marB="45720">
                    <a:lnR w="9525">
                      <a:solidFill>
                        <a:srgbClr val="D9E2EB"/>
                      </a:solidFill>
                    </a:lnR>
                    <a:lnB w="9525">
                      <a:solidFill>
                        <a:srgbClr val="D9E2EB"/>
                      </a:solidFill>
                    </a:lnB>
                    <a:solidFill>
                      <a:srgbClr val="F5F8FB"/>
                    </a:solidFill>
                  </a:tcPr>
                </a:tc>
              </a:tr>
            </a:tbl>
          </a:graphicData>
        </a:graphic>
      </p:graphicFrame>
      <p:sp>
        <p:nvSpPr>
          <p:cNvPr id="5" name="">
            <a:extLst xmlns:a="http://schemas.openxmlformats.org/drawingml/2006/main">
              <a:ext uri="{FF2B5EF4-FFF2-40B4-BE49-F238E27FC236}">
                <a16:creationId xmlns:a16="http://schemas.microsoft.com/office/drawing/2014/main" id="{05E7971F-40B8-495F-BC85-4C6FF0B214DA}"/>
              </a:ext>
            </a:extLst>
          </p:cNvPr>
          <p:cNvSpPr>
            <a:spLocks xmlns:a="http://schemas.openxmlformats.org/drawingml/2006/main" noGrp="1"/>
          </p:cNvSpPr>
          <p:nvPr/>
        </p:nvSpPr>
        <p:spPr>
          <a:xfrm xmlns:a="http://schemas.openxmlformats.org/drawingml/2006/main">
            <a:off x="9429750" y="175260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087F8C"/>
                </a:solidFill>
                <a:latin typeface="Arial"/>
                <a:ea typeface="Arial"/>
                <a:cs typeface="Arial"/>
              </a:defRPr>
            </a:defPPr>
            <a:lvl1pPr>
              <a:defRPr sz="2775" b="1">
                <a:solidFill>
                  <a:srgbClr val="087F8C"/>
                </a:solidFill>
                <a:latin typeface="Arial"/>
                <a:ea typeface="Arial"/>
                <a:cs typeface="Arial"/>
              </a:defRPr>
            </a:lvl1pPr>
            <a:lvl2pPr>
              <a:defRPr sz="2775" b="1">
                <a:solidFill>
                  <a:srgbClr val="087F8C"/>
                </a:solidFill>
                <a:latin typeface="Arial"/>
                <a:ea typeface="Arial"/>
                <a:cs typeface="Arial"/>
              </a:defRPr>
            </a:lvl2pPr>
            <a:lvl3pPr>
              <a:defRPr sz="2775" b="1">
                <a:solidFill>
                  <a:srgbClr val="087F8C"/>
                </a:solidFill>
                <a:latin typeface="Arial"/>
                <a:ea typeface="Arial"/>
                <a:cs typeface="Arial"/>
              </a:defRPr>
            </a:lvl3pPr>
            <a:lvl4pPr>
              <a:defRPr sz="2775" b="1">
                <a:solidFill>
                  <a:srgbClr val="087F8C"/>
                </a:solidFill>
                <a:latin typeface="Arial"/>
                <a:ea typeface="Arial"/>
                <a:cs typeface="Arial"/>
              </a:defRPr>
            </a:lvl4pPr>
            <a:lvl5pPr>
              <a:defRPr sz="2775" b="1">
                <a:solidFill>
                  <a:srgbClr val="087F8C"/>
                </a:solidFill>
                <a:latin typeface="Arial"/>
                <a:ea typeface="Arial"/>
                <a:cs typeface="Arial"/>
              </a:defRPr>
            </a:lvl5pPr>
            <a:lvl6pPr>
              <a:defRPr sz="2775" b="1">
                <a:solidFill>
                  <a:srgbClr val="087F8C"/>
                </a:solidFill>
                <a:latin typeface="Arial"/>
                <a:ea typeface="Arial"/>
                <a:cs typeface="Arial"/>
              </a:defRPr>
            </a:lvl6pPr>
            <a:lvl7pPr>
              <a:defRPr sz="2775" b="1">
                <a:solidFill>
                  <a:srgbClr val="087F8C"/>
                </a:solidFill>
                <a:latin typeface="Arial"/>
                <a:ea typeface="Arial"/>
                <a:cs typeface="Arial"/>
              </a:defRPr>
            </a:lvl7pPr>
            <a:lvl8pPr>
              <a:defRPr sz="2775" b="1">
                <a:solidFill>
                  <a:srgbClr val="087F8C"/>
                </a:solidFill>
                <a:latin typeface="Arial"/>
                <a:ea typeface="Arial"/>
                <a:cs typeface="Arial"/>
              </a:defRPr>
            </a:lvl8pPr>
            <a:lvl9pPr>
              <a:defRPr sz="2775" b="1">
                <a:solidFill>
                  <a:srgbClr val="087F8C"/>
                </a:solidFill>
                <a:latin typeface="Arial"/>
                <a:ea typeface="Arial"/>
                <a:cs typeface="Arial"/>
              </a:defRPr>
            </a:lvl9pPr>
          </a:lstStyle>
          <a:p xmlns:a="http://schemas.openxmlformats.org/drawingml/2006/main">
            <a:pPr>
              <a:defRPr sz="2775" b="1">
                <a:solidFill>
                  <a:srgbClr val="087F8C"/>
                </a:solidFill>
                <a:latin typeface="Arial"/>
                <a:ea typeface="Arial"/>
                <a:cs typeface="Arial"/>
              </a:defRPr>
            </a:pPr>
            <a:r>
              <a:rPr sz="2775" b="1">
                <a:solidFill>
                  <a:srgbClr val="087F8C"/>
                </a:solidFill>
                <a:latin typeface="Arial"/>
                <a:ea typeface="Arial"/>
                <a:cs typeface="Arial"/>
              </a:rPr>
              <a:t>Đã có bản nộp</a:t>
            </a:r>
          </a:p>
        </p:txBody>
      </p:sp>
      <p:sp>
        <p:nvSpPr>
          <p:cNvPr id="6" name="">
            <a:extLst xmlns:a="http://schemas.openxmlformats.org/drawingml/2006/main">
              <a:ext uri="{FF2B5EF4-FFF2-40B4-BE49-F238E27FC236}">
                <a16:creationId xmlns:a16="http://schemas.microsoft.com/office/drawing/2014/main" id="{71B9D81E-1EE1-4449-920C-DB82A7B5D5DD}"/>
              </a:ext>
            </a:extLst>
          </p:cNvPr>
          <p:cNvSpPr>
            <a:spLocks xmlns:a="http://schemas.openxmlformats.org/drawingml/2006/main" noGrp="1"/>
          </p:cNvSpPr>
          <p:nvPr/>
        </p:nvSpPr>
        <p:spPr>
          <a:xfrm xmlns:a="http://schemas.openxmlformats.org/drawingml/2006/main">
            <a:off x="9429750" y="2486025"/>
            <a:ext cx="48577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324C"/>
                </a:solidFill>
                <a:latin typeface="Arial"/>
                <a:ea typeface="Arial"/>
                <a:cs typeface="Arial"/>
              </a:defRPr>
            </a:defPPr>
            <a:lvl1pPr>
              <a:defRPr sz="2325" b="0">
                <a:solidFill>
                  <a:srgbClr val="18324C"/>
                </a:solidFill>
                <a:latin typeface="Arial"/>
                <a:ea typeface="Arial"/>
                <a:cs typeface="Arial"/>
              </a:defRPr>
            </a:lvl1pPr>
            <a:lvl2pPr>
              <a:defRPr sz="2325" b="0">
                <a:solidFill>
                  <a:srgbClr val="18324C"/>
                </a:solidFill>
                <a:latin typeface="Arial"/>
                <a:ea typeface="Arial"/>
                <a:cs typeface="Arial"/>
              </a:defRPr>
            </a:lvl2pPr>
            <a:lvl3pPr>
              <a:defRPr sz="2325" b="0">
                <a:solidFill>
                  <a:srgbClr val="18324C"/>
                </a:solidFill>
                <a:latin typeface="Arial"/>
                <a:ea typeface="Arial"/>
                <a:cs typeface="Arial"/>
              </a:defRPr>
            </a:lvl3pPr>
            <a:lvl4pPr>
              <a:defRPr sz="2325" b="0">
                <a:solidFill>
                  <a:srgbClr val="18324C"/>
                </a:solidFill>
                <a:latin typeface="Arial"/>
                <a:ea typeface="Arial"/>
                <a:cs typeface="Arial"/>
              </a:defRPr>
            </a:lvl4pPr>
            <a:lvl5pPr>
              <a:defRPr sz="2325" b="0">
                <a:solidFill>
                  <a:srgbClr val="18324C"/>
                </a:solidFill>
                <a:latin typeface="Arial"/>
                <a:ea typeface="Arial"/>
                <a:cs typeface="Arial"/>
              </a:defRPr>
            </a:lvl5pPr>
            <a:lvl6pPr>
              <a:defRPr sz="2325" b="0">
                <a:solidFill>
                  <a:srgbClr val="18324C"/>
                </a:solidFill>
                <a:latin typeface="Arial"/>
                <a:ea typeface="Arial"/>
                <a:cs typeface="Arial"/>
              </a:defRPr>
            </a:lvl6pPr>
            <a:lvl7pPr>
              <a:defRPr sz="2325" b="0">
                <a:solidFill>
                  <a:srgbClr val="18324C"/>
                </a:solidFill>
                <a:latin typeface="Arial"/>
                <a:ea typeface="Arial"/>
                <a:cs typeface="Arial"/>
              </a:defRPr>
            </a:lvl7pPr>
            <a:lvl8pPr>
              <a:defRPr sz="2325" b="0">
                <a:solidFill>
                  <a:srgbClr val="18324C"/>
                </a:solidFill>
                <a:latin typeface="Arial"/>
                <a:ea typeface="Arial"/>
                <a:cs typeface="Arial"/>
              </a:defRPr>
            </a:lvl8pPr>
            <a:lvl9pPr>
              <a:defRPr sz="2325" b="0">
                <a:solidFill>
                  <a:srgbClr val="18324C"/>
                </a:solidFill>
                <a:latin typeface="Arial"/>
                <a:ea typeface="Arial"/>
                <a:cs typeface="Arial"/>
              </a:defRPr>
            </a:lvl9pPr>
          </a:lstStyle>
          <a:p xmlns:a="http://schemas.openxmlformats.org/drawingml/2006/main">
            <a:pPr>
              <a:defRPr sz="2325" b="0">
                <a:solidFill>
                  <a:srgbClr val="18324C"/>
                </a:solidFill>
                <a:latin typeface="Arial"/>
                <a:ea typeface="Arial"/>
                <a:cs typeface="Arial"/>
              </a:defRPr>
            </a:pPr>
            <a:r>
              <a:rPr sz="2325" b="0">
                <a:solidFill>
                  <a:srgbClr val="18324C"/>
                </a:solidFill>
                <a:latin typeface="Arial"/>
                <a:ea typeface="Arial"/>
                <a:cs typeface="Arial"/>
              </a:rPr>
              <a:t>Compose, Dockerfile và SQL</a:t>
            </a:r>
          </a:p>
          <a:p xmlns:a="http://schemas.openxmlformats.org/drawingml/2006/main">
            <a:pPr>
              <a:defRPr sz="2325" b="0">
                <a:solidFill>
                  <a:srgbClr val="18324C"/>
                </a:solidFill>
                <a:latin typeface="Arial"/>
                <a:ea typeface="Arial"/>
                <a:cs typeface="Arial"/>
              </a:defRPr>
            </a:pPr>
            <a:r>
              <a:rPr sz="2325" b="0">
                <a:solidFill>
                  <a:srgbClr val="18324C"/>
                </a:solidFill>
                <a:latin typeface="Arial"/>
                <a:ea typeface="Arial"/>
                <a:cs typeface="Arial"/>
              </a:rPr>
              <a:t>Ảnh chạy Frontend và DB</a:t>
            </a:r>
          </a:p>
          <a:p xmlns:a="http://schemas.openxmlformats.org/drawingml/2006/main">
            <a:pPr>
              <a:defRPr sz="2325" b="0">
                <a:solidFill>
                  <a:srgbClr val="18324C"/>
                </a:solidFill>
                <a:latin typeface="Arial"/>
                <a:ea typeface="Arial"/>
                <a:cs typeface="Arial"/>
              </a:defRPr>
            </a:pPr>
            <a:r>
              <a:rPr sz="2325" b="0">
                <a:solidFill>
                  <a:srgbClr val="18324C"/>
                </a:solidFill>
                <a:latin typeface="Arial"/>
                <a:ea typeface="Arial"/>
                <a:cs typeface="Arial"/>
              </a:rPr>
              <a:t>Biến môi trường bắt buộc</a:t>
            </a:r>
          </a:p>
        </p:txBody>
      </p:sp>
      <p:sp>
        <p:nvSpPr>
          <p:cNvPr id="7" name="">
            <a:extLst xmlns:a="http://schemas.openxmlformats.org/drawingml/2006/main">
              <a:ext uri="{FF2B5EF4-FFF2-40B4-BE49-F238E27FC236}">
                <a16:creationId xmlns:a16="http://schemas.microsoft.com/office/drawing/2014/main" id="{CD887761-9AC1-437F-9B61-F31151E3CC93}"/>
              </a:ext>
            </a:extLst>
          </p:cNvPr>
          <p:cNvSpPr>
            <a:spLocks xmlns:a="http://schemas.openxmlformats.org/drawingml/2006/main" noGrp="1"/>
          </p:cNvSpPr>
          <p:nvPr/>
        </p:nvSpPr>
        <p:spPr>
          <a:xfrm xmlns:a="http://schemas.openxmlformats.org/drawingml/2006/main">
            <a:off x="9429750" y="491490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A96B16"/>
                </a:solidFill>
                <a:latin typeface="Arial"/>
                <a:ea typeface="Arial"/>
                <a:cs typeface="Arial"/>
              </a:defRPr>
            </a:defPPr>
            <a:lvl1pPr>
              <a:defRPr sz="2775" b="1">
                <a:solidFill>
                  <a:srgbClr val="A96B16"/>
                </a:solidFill>
                <a:latin typeface="Arial"/>
                <a:ea typeface="Arial"/>
                <a:cs typeface="Arial"/>
              </a:defRPr>
            </a:lvl1pPr>
            <a:lvl2pPr>
              <a:defRPr sz="2775" b="1">
                <a:solidFill>
                  <a:srgbClr val="A96B16"/>
                </a:solidFill>
                <a:latin typeface="Arial"/>
                <a:ea typeface="Arial"/>
                <a:cs typeface="Arial"/>
              </a:defRPr>
            </a:lvl2pPr>
            <a:lvl3pPr>
              <a:defRPr sz="2775" b="1">
                <a:solidFill>
                  <a:srgbClr val="A96B16"/>
                </a:solidFill>
                <a:latin typeface="Arial"/>
                <a:ea typeface="Arial"/>
                <a:cs typeface="Arial"/>
              </a:defRPr>
            </a:lvl3pPr>
            <a:lvl4pPr>
              <a:defRPr sz="2775" b="1">
                <a:solidFill>
                  <a:srgbClr val="A96B16"/>
                </a:solidFill>
                <a:latin typeface="Arial"/>
                <a:ea typeface="Arial"/>
                <a:cs typeface="Arial"/>
              </a:defRPr>
            </a:lvl4pPr>
            <a:lvl5pPr>
              <a:defRPr sz="2775" b="1">
                <a:solidFill>
                  <a:srgbClr val="A96B16"/>
                </a:solidFill>
                <a:latin typeface="Arial"/>
                <a:ea typeface="Arial"/>
                <a:cs typeface="Arial"/>
              </a:defRPr>
            </a:lvl5pPr>
            <a:lvl6pPr>
              <a:defRPr sz="2775" b="1">
                <a:solidFill>
                  <a:srgbClr val="A96B16"/>
                </a:solidFill>
                <a:latin typeface="Arial"/>
                <a:ea typeface="Arial"/>
                <a:cs typeface="Arial"/>
              </a:defRPr>
            </a:lvl6pPr>
            <a:lvl7pPr>
              <a:defRPr sz="2775" b="1">
                <a:solidFill>
                  <a:srgbClr val="A96B16"/>
                </a:solidFill>
                <a:latin typeface="Arial"/>
                <a:ea typeface="Arial"/>
                <a:cs typeface="Arial"/>
              </a:defRPr>
            </a:lvl7pPr>
            <a:lvl8pPr>
              <a:defRPr sz="2775" b="1">
                <a:solidFill>
                  <a:srgbClr val="A96B16"/>
                </a:solidFill>
                <a:latin typeface="Arial"/>
                <a:ea typeface="Arial"/>
                <a:cs typeface="Arial"/>
              </a:defRPr>
            </a:lvl8pPr>
            <a:lvl9pPr>
              <a:defRPr sz="2775" b="1">
                <a:solidFill>
                  <a:srgbClr val="A96B16"/>
                </a:solidFill>
                <a:latin typeface="Arial"/>
                <a:ea typeface="Arial"/>
                <a:cs typeface="Arial"/>
              </a:defRPr>
            </a:lvl9pPr>
          </a:lstStyle>
          <a:p xmlns:a="http://schemas.openxmlformats.org/drawingml/2006/main">
            <a:pPr>
              <a:defRPr sz="2775" b="1">
                <a:solidFill>
                  <a:srgbClr val="A96B16"/>
                </a:solidFill>
                <a:latin typeface="Arial"/>
                <a:ea typeface="Arial"/>
                <a:cs typeface="Arial"/>
              </a:defRPr>
            </a:pPr>
            <a:r>
              <a:rPr sz="2775" b="1">
                <a:solidFill>
                  <a:srgbClr val="A96B16"/>
                </a:solidFill>
                <a:latin typeface="Arial"/>
                <a:ea typeface="Arial"/>
                <a:cs typeface="Arial"/>
              </a:rPr>
              <a:t>Còn chờ</a:t>
            </a:r>
          </a:p>
        </p:txBody>
      </p:sp>
      <p:sp>
        <p:nvSpPr>
          <p:cNvPr id="8" name="">
            <a:extLst xmlns:a="http://schemas.openxmlformats.org/drawingml/2006/main">
              <a:ext uri="{FF2B5EF4-FFF2-40B4-BE49-F238E27FC236}">
                <a16:creationId xmlns:a16="http://schemas.microsoft.com/office/drawing/2014/main" id="{8439707E-2836-4D04-A99D-A846B9FAAEA0}"/>
              </a:ext>
            </a:extLst>
          </p:cNvPr>
          <p:cNvSpPr>
            <a:spLocks xmlns:a="http://schemas.openxmlformats.org/drawingml/2006/main" noGrp="1"/>
          </p:cNvSpPr>
          <p:nvPr/>
        </p:nvSpPr>
        <p:spPr>
          <a:xfrm xmlns:a="http://schemas.openxmlformats.org/drawingml/2006/main">
            <a:off x="9429750" y="5667375"/>
            <a:ext cx="4857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8324C"/>
                </a:solidFill>
                <a:latin typeface="Arial"/>
                <a:ea typeface="Arial"/>
                <a:cs typeface="Arial"/>
              </a:defRPr>
            </a:defPPr>
            <a:lvl1pPr>
              <a:defRPr sz="2325" b="0">
                <a:solidFill>
                  <a:srgbClr val="18324C"/>
                </a:solidFill>
                <a:latin typeface="Arial"/>
                <a:ea typeface="Arial"/>
                <a:cs typeface="Arial"/>
              </a:defRPr>
            </a:lvl1pPr>
            <a:lvl2pPr>
              <a:defRPr sz="2325" b="0">
                <a:solidFill>
                  <a:srgbClr val="18324C"/>
                </a:solidFill>
                <a:latin typeface="Arial"/>
                <a:ea typeface="Arial"/>
                <a:cs typeface="Arial"/>
              </a:defRPr>
            </a:lvl2pPr>
            <a:lvl3pPr>
              <a:defRPr sz="2325" b="0">
                <a:solidFill>
                  <a:srgbClr val="18324C"/>
                </a:solidFill>
                <a:latin typeface="Arial"/>
                <a:ea typeface="Arial"/>
                <a:cs typeface="Arial"/>
              </a:defRPr>
            </a:lvl3pPr>
            <a:lvl4pPr>
              <a:defRPr sz="2325" b="0">
                <a:solidFill>
                  <a:srgbClr val="18324C"/>
                </a:solidFill>
                <a:latin typeface="Arial"/>
                <a:ea typeface="Arial"/>
                <a:cs typeface="Arial"/>
              </a:defRPr>
            </a:lvl4pPr>
            <a:lvl5pPr>
              <a:defRPr sz="2325" b="0">
                <a:solidFill>
                  <a:srgbClr val="18324C"/>
                </a:solidFill>
                <a:latin typeface="Arial"/>
                <a:ea typeface="Arial"/>
                <a:cs typeface="Arial"/>
              </a:defRPr>
            </a:lvl5pPr>
            <a:lvl6pPr>
              <a:defRPr sz="2325" b="0">
                <a:solidFill>
                  <a:srgbClr val="18324C"/>
                </a:solidFill>
                <a:latin typeface="Arial"/>
                <a:ea typeface="Arial"/>
                <a:cs typeface="Arial"/>
              </a:defRPr>
            </a:lvl6pPr>
            <a:lvl7pPr>
              <a:defRPr sz="2325" b="0">
                <a:solidFill>
                  <a:srgbClr val="18324C"/>
                </a:solidFill>
                <a:latin typeface="Arial"/>
                <a:ea typeface="Arial"/>
                <a:cs typeface="Arial"/>
              </a:defRPr>
            </a:lvl7pPr>
            <a:lvl8pPr>
              <a:defRPr sz="2325" b="0">
                <a:solidFill>
                  <a:srgbClr val="18324C"/>
                </a:solidFill>
                <a:latin typeface="Arial"/>
                <a:ea typeface="Arial"/>
                <a:cs typeface="Arial"/>
              </a:defRPr>
            </a:lvl8pPr>
            <a:lvl9pPr>
              <a:defRPr sz="2325" b="0">
                <a:solidFill>
                  <a:srgbClr val="18324C"/>
                </a:solidFill>
                <a:latin typeface="Arial"/>
                <a:ea typeface="Arial"/>
                <a:cs typeface="Arial"/>
              </a:defRPr>
            </a:lvl9pPr>
          </a:lstStyle>
          <a:p xmlns:a="http://schemas.openxmlformats.org/drawingml/2006/main">
            <a:pPr>
              <a:defRPr sz="2325" b="0">
                <a:solidFill>
                  <a:srgbClr val="18324C"/>
                </a:solidFill>
                <a:latin typeface="Arial"/>
                <a:ea typeface="Arial"/>
                <a:cs typeface="Arial"/>
              </a:defRPr>
            </a:pPr>
            <a:r>
              <a:rPr sz="2325" b="0">
                <a:solidFill>
                  <a:srgbClr val="18324C"/>
                </a:solidFill>
                <a:latin typeface="Arial"/>
                <a:ea typeface="Arial"/>
                <a:cs typeface="Arial"/>
              </a:rPr>
              <a:t>Mã Backend, gateway và TLS</a:t>
            </a:r>
          </a:p>
          <a:p xmlns:a="http://schemas.openxmlformats.org/drawingml/2006/main">
            <a:pPr>
              <a:defRPr sz="2325" b="0">
                <a:solidFill>
                  <a:srgbClr val="18324C"/>
                </a:solidFill>
                <a:latin typeface="Arial"/>
                <a:ea typeface="Arial"/>
                <a:cs typeface="Arial"/>
              </a:defRPr>
            </a:pPr>
            <a:r>
              <a:rPr sz="2325" b="0">
                <a:solidFill>
                  <a:srgbClr val="18324C"/>
                </a:solidFill>
                <a:latin typeface="Arial"/>
                <a:ea typeface="Arial"/>
                <a:cs typeface="Arial"/>
              </a:rPr>
              <a:t>Monitoring, log/backup</a:t>
            </a:r>
          </a:p>
          <a:p xmlns:a="http://schemas.openxmlformats.org/drawingml/2006/main">
            <a:pPr>
              <a:defRPr sz="2325" b="0">
                <a:solidFill>
                  <a:srgbClr val="18324C"/>
                </a:solidFill>
                <a:latin typeface="Arial"/>
                <a:ea typeface="Arial"/>
                <a:cs typeface="Arial"/>
              </a:defRPr>
            </a:pPr>
            <a:r>
              <a:rPr sz="2325" b="0">
                <a:solidFill>
                  <a:srgbClr val="18324C"/>
                </a:solidFill>
                <a:latin typeface="Arial"/>
                <a:ea typeface="Arial"/>
                <a:cs typeface="Arial"/>
              </a:rPr>
              <a:t>Đối chiếu lab của Nhi với commit mới</a:t>
            </a:r>
          </a:p>
        </p:txBody>
      </p:sp>
      <p:sp>
        <p:nvSpPr>
          <p:cNvPr id="9" name="">
            <a:extLst xmlns:a="http://schemas.openxmlformats.org/drawingml/2006/main">
              <a:ext uri="{FF2B5EF4-FFF2-40B4-BE49-F238E27FC236}">
                <a16:creationId xmlns:a16="http://schemas.microsoft.com/office/drawing/2014/main" id="{0F1AAE1E-7390-4887-B37B-F32E894BB9E7}"/>
              </a:ext>
            </a:extLst>
          </p:cNvPr>
          <p:cNvSpPr>
            <a:spLocks xmlns:a="http://schemas.openxmlformats.org/drawingml/2006/main" noGrp="1"/>
          </p:cNvSpPr>
          <p:nvPr/>
        </p:nvSpPr>
        <p:spPr>
          <a:xfrm xmlns:a="http://schemas.openxmlformats.org/drawingml/2006/main">
            <a:off x="790575" y="71628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0758A"/>
                </a:solidFill>
                <a:latin typeface="Arial"/>
                <a:ea typeface="Arial"/>
                <a:cs typeface="Arial"/>
              </a:defRPr>
            </a:defPPr>
            <a:lvl1pPr>
              <a:defRPr sz="2100" b="0">
                <a:solidFill>
                  <a:srgbClr val="60758A"/>
                </a:solidFill>
                <a:latin typeface="Arial"/>
                <a:ea typeface="Arial"/>
                <a:cs typeface="Arial"/>
              </a:defRPr>
            </a:lvl1pPr>
            <a:lvl2pPr>
              <a:defRPr sz="2100" b="0">
                <a:solidFill>
                  <a:srgbClr val="60758A"/>
                </a:solidFill>
                <a:latin typeface="Arial"/>
                <a:ea typeface="Arial"/>
                <a:cs typeface="Arial"/>
              </a:defRPr>
            </a:lvl2pPr>
            <a:lvl3pPr>
              <a:defRPr sz="2100" b="0">
                <a:solidFill>
                  <a:srgbClr val="60758A"/>
                </a:solidFill>
                <a:latin typeface="Arial"/>
                <a:ea typeface="Arial"/>
                <a:cs typeface="Arial"/>
              </a:defRPr>
            </a:lvl3pPr>
            <a:lvl4pPr>
              <a:defRPr sz="2100" b="0">
                <a:solidFill>
                  <a:srgbClr val="60758A"/>
                </a:solidFill>
                <a:latin typeface="Arial"/>
                <a:ea typeface="Arial"/>
                <a:cs typeface="Arial"/>
              </a:defRPr>
            </a:lvl4pPr>
            <a:lvl5pPr>
              <a:defRPr sz="2100" b="0">
                <a:solidFill>
                  <a:srgbClr val="60758A"/>
                </a:solidFill>
                <a:latin typeface="Arial"/>
                <a:ea typeface="Arial"/>
                <a:cs typeface="Arial"/>
              </a:defRPr>
            </a:lvl5pPr>
            <a:lvl6pPr>
              <a:defRPr sz="2100" b="0">
                <a:solidFill>
                  <a:srgbClr val="60758A"/>
                </a:solidFill>
                <a:latin typeface="Arial"/>
                <a:ea typeface="Arial"/>
                <a:cs typeface="Arial"/>
              </a:defRPr>
            </a:lvl6pPr>
            <a:lvl7pPr>
              <a:defRPr sz="2100" b="0">
                <a:solidFill>
                  <a:srgbClr val="60758A"/>
                </a:solidFill>
                <a:latin typeface="Arial"/>
                <a:ea typeface="Arial"/>
                <a:cs typeface="Arial"/>
              </a:defRPr>
            </a:lvl7pPr>
            <a:lvl8pPr>
              <a:defRPr sz="2100" b="0">
                <a:solidFill>
                  <a:srgbClr val="60758A"/>
                </a:solidFill>
                <a:latin typeface="Arial"/>
                <a:ea typeface="Arial"/>
                <a:cs typeface="Arial"/>
              </a:defRPr>
            </a:lvl8pPr>
            <a:lvl9pPr>
              <a:defRPr sz="2100" b="0">
                <a:solidFill>
                  <a:srgbClr val="60758A"/>
                </a:solidFill>
                <a:latin typeface="Arial"/>
                <a:ea typeface="Arial"/>
                <a:cs typeface="Arial"/>
              </a:defRPr>
            </a:lvl9pPr>
          </a:lstStyle>
          <a:p xmlns:a="http://schemas.openxmlformats.org/drawingml/2006/main">
            <a:pPr>
              <a:defRPr sz="2100" b="0">
                <a:solidFill>
                  <a:srgbClr val="60758A"/>
                </a:solidFill>
                <a:latin typeface="Arial"/>
                <a:ea typeface="Arial"/>
                <a:cs typeface="Arial"/>
              </a:defRPr>
            </a:pPr>
            <a:r>
              <a:rPr sz="2100" b="0">
                <a:solidFill>
                  <a:srgbClr val="60758A"/>
                </a:solidFill>
                <a:latin typeface="Arial"/>
                <a:ea typeface="Arial"/>
                <a:cs typeface="Arial"/>
              </a:rPr>
              <a:t>Thiết kế 443 public, DB 5432 nội bộ. Môi trường lab Nginx của PR #5 được ghi riêng.</a:t>
            </a:r>
          </a:p>
        </p:txBody>
      </p:sp>
    </p:spTree>
    <p:extLst>
      <p:ext uri="{BB962C8B-B14F-4D97-AF65-F5344CB8AC3E}">
        <p14:creationId xmlns:p14="http://schemas.microsoft.com/office/powerpoint/2010/main" val="39443886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F10AFD78-7DF9-4347-B71C-487A021FAAB6}"/>
              </a:ext>
            </a:extLst>
          </p:cNvPr>
          <p:cNvSpPr>
            <a:spLocks xmlns:a="http://schemas.openxmlformats.org/drawingml/2006/main" noGrp="1"/>
          </p:cNvSpPr>
          <p:nvPr/>
        </p:nvSpPr>
        <p:spPr>
          <a:xfrm xmlns:a="http://schemas.openxmlformats.org/drawingml/2006/main">
            <a:off x="762000" y="438150"/>
            <a:ext cx="13668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0C2038"/>
                </a:solidFill>
                <a:latin typeface="Arial"/>
                <a:ea typeface="Arial"/>
                <a:cs typeface="Arial"/>
              </a:defRPr>
            </a:defPPr>
            <a:lvl1pPr>
              <a:defRPr sz="3900" b="1">
                <a:solidFill>
                  <a:srgbClr val="0C2038"/>
                </a:solidFill>
                <a:latin typeface="Arial"/>
                <a:ea typeface="Arial"/>
                <a:cs typeface="Arial"/>
              </a:defRPr>
            </a:lvl1pPr>
            <a:lvl2pPr>
              <a:defRPr sz="3900" b="1">
                <a:solidFill>
                  <a:srgbClr val="0C2038"/>
                </a:solidFill>
                <a:latin typeface="Arial"/>
                <a:ea typeface="Arial"/>
                <a:cs typeface="Arial"/>
              </a:defRPr>
            </a:lvl2pPr>
            <a:lvl3pPr>
              <a:defRPr sz="3900" b="1">
                <a:solidFill>
                  <a:srgbClr val="0C2038"/>
                </a:solidFill>
                <a:latin typeface="Arial"/>
                <a:ea typeface="Arial"/>
                <a:cs typeface="Arial"/>
              </a:defRPr>
            </a:lvl3pPr>
            <a:lvl4pPr>
              <a:defRPr sz="3900" b="1">
                <a:solidFill>
                  <a:srgbClr val="0C2038"/>
                </a:solidFill>
                <a:latin typeface="Arial"/>
                <a:ea typeface="Arial"/>
                <a:cs typeface="Arial"/>
              </a:defRPr>
            </a:lvl4pPr>
            <a:lvl5pPr>
              <a:defRPr sz="3900" b="1">
                <a:solidFill>
                  <a:srgbClr val="0C2038"/>
                </a:solidFill>
                <a:latin typeface="Arial"/>
                <a:ea typeface="Arial"/>
                <a:cs typeface="Arial"/>
              </a:defRPr>
            </a:lvl5pPr>
            <a:lvl6pPr>
              <a:defRPr sz="3900" b="1">
                <a:solidFill>
                  <a:srgbClr val="0C2038"/>
                </a:solidFill>
                <a:latin typeface="Arial"/>
                <a:ea typeface="Arial"/>
                <a:cs typeface="Arial"/>
              </a:defRPr>
            </a:lvl6pPr>
            <a:lvl7pPr>
              <a:defRPr sz="3900" b="1">
                <a:solidFill>
                  <a:srgbClr val="0C2038"/>
                </a:solidFill>
                <a:latin typeface="Arial"/>
                <a:ea typeface="Arial"/>
                <a:cs typeface="Arial"/>
              </a:defRPr>
            </a:lvl7pPr>
            <a:lvl8pPr>
              <a:defRPr sz="3900" b="1">
                <a:solidFill>
                  <a:srgbClr val="0C2038"/>
                </a:solidFill>
                <a:latin typeface="Arial"/>
                <a:ea typeface="Arial"/>
                <a:cs typeface="Arial"/>
              </a:defRPr>
            </a:lvl8pPr>
            <a:lvl9pPr>
              <a:defRPr sz="3900" b="1">
                <a:solidFill>
                  <a:srgbClr val="0C2038"/>
                </a:solidFill>
                <a:latin typeface="Arial"/>
                <a:ea typeface="Arial"/>
                <a:cs typeface="Arial"/>
              </a:defRPr>
            </a:lvl9pPr>
          </a:lstStyle>
          <a:p xmlns:a="http://schemas.openxmlformats.org/drawingml/2006/main">
            <a:pPr>
              <a:defRPr sz="3900" b="1">
                <a:solidFill>
                  <a:srgbClr val="0C2038"/>
                </a:solidFill>
                <a:latin typeface="Arial"/>
                <a:ea typeface="Arial"/>
                <a:cs typeface="Arial"/>
              </a:defRPr>
            </a:pPr>
            <a:r>
              <a:rPr sz="3900" b="1">
                <a:solidFill>
                  <a:srgbClr val="0C2038"/>
                </a:solidFill>
                <a:latin typeface="Arial"/>
                <a:ea typeface="Arial"/>
                <a:cs typeface="Arial"/>
              </a:rPr>
              <a:t>Tiến độ và phối hợp tuần 2</a:t>
            </a:r>
          </a:p>
        </p:txBody>
      </p:sp>
      <p:sp>
        <p:nvSpPr>
          <p:cNvPr id="3" name="">
            <a:extLst xmlns:a="http://schemas.openxmlformats.org/drawingml/2006/main">
              <a:ext uri="{FF2B5EF4-FFF2-40B4-BE49-F238E27FC236}">
                <a16:creationId xmlns:a16="http://schemas.microsoft.com/office/drawing/2014/main" id="{82FE25EC-113B-4A3E-B3CE-AE9904781454}"/>
              </a:ext>
            </a:extLst>
          </p:cNvPr>
          <p:cNvSpPr>
            <a:spLocks xmlns:a="http://schemas.openxmlformats.org/drawingml/2006/main" noGrp="1"/>
          </p:cNvSpPr>
          <p:nvPr/>
        </p:nvSpPr>
        <p:spPr>
          <a:xfrm xmlns:a="http://schemas.openxmlformats.org/drawingml/2006/main">
            <a:off x="13696950" y="812482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0758A"/>
                </a:solidFill>
                <a:latin typeface="Arial"/>
                <a:ea typeface="Arial"/>
                <a:cs typeface="Arial"/>
              </a:defRPr>
            </a:defPPr>
            <a:lvl1pPr>
              <a:defRPr sz="1425" b="0">
                <a:solidFill>
                  <a:srgbClr val="60758A"/>
                </a:solidFill>
                <a:latin typeface="Arial"/>
                <a:ea typeface="Arial"/>
                <a:cs typeface="Arial"/>
              </a:defRPr>
            </a:lvl1pPr>
            <a:lvl2pPr>
              <a:defRPr sz="1425" b="0">
                <a:solidFill>
                  <a:srgbClr val="60758A"/>
                </a:solidFill>
                <a:latin typeface="Arial"/>
                <a:ea typeface="Arial"/>
                <a:cs typeface="Arial"/>
              </a:defRPr>
            </a:lvl2pPr>
            <a:lvl3pPr>
              <a:defRPr sz="1425" b="0">
                <a:solidFill>
                  <a:srgbClr val="60758A"/>
                </a:solidFill>
                <a:latin typeface="Arial"/>
                <a:ea typeface="Arial"/>
                <a:cs typeface="Arial"/>
              </a:defRPr>
            </a:lvl3pPr>
            <a:lvl4pPr>
              <a:defRPr sz="1425" b="0">
                <a:solidFill>
                  <a:srgbClr val="60758A"/>
                </a:solidFill>
                <a:latin typeface="Arial"/>
                <a:ea typeface="Arial"/>
                <a:cs typeface="Arial"/>
              </a:defRPr>
            </a:lvl4pPr>
            <a:lvl5pPr>
              <a:defRPr sz="1425" b="0">
                <a:solidFill>
                  <a:srgbClr val="60758A"/>
                </a:solidFill>
                <a:latin typeface="Arial"/>
                <a:ea typeface="Arial"/>
                <a:cs typeface="Arial"/>
              </a:defRPr>
            </a:lvl5pPr>
            <a:lvl6pPr>
              <a:defRPr sz="1425" b="0">
                <a:solidFill>
                  <a:srgbClr val="60758A"/>
                </a:solidFill>
                <a:latin typeface="Arial"/>
                <a:ea typeface="Arial"/>
                <a:cs typeface="Arial"/>
              </a:defRPr>
            </a:lvl6pPr>
            <a:lvl7pPr>
              <a:defRPr sz="1425" b="0">
                <a:solidFill>
                  <a:srgbClr val="60758A"/>
                </a:solidFill>
                <a:latin typeface="Arial"/>
                <a:ea typeface="Arial"/>
                <a:cs typeface="Arial"/>
              </a:defRPr>
            </a:lvl7pPr>
            <a:lvl8pPr>
              <a:defRPr sz="1425" b="0">
                <a:solidFill>
                  <a:srgbClr val="60758A"/>
                </a:solidFill>
                <a:latin typeface="Arial"/>
                <a:ea typeface="Arial"/>
                <a:cs typeface="Arial"/>
              </a:defRPr>
            </a:lvl8pPr>
            <a:lvl9pPr>
              <a:defRPr sz="1425" b="0">
                <a:solidFill>
                  <a:srgbClr val="60758A"/>
                </a:solidFill>
                <a:latin typeface="Arial"/>
                <a:ea typeface="Arial"/>
                <a:cs typeface="Arial"/>
              </a:defRPr>
            </a:lvl9pPr>
          </a:lstStyle>
          <a:p xmlns:a="http://schemas.openxmlformats.org/drawingml/2006/main">
            <a:pPr>
              <a:defRPr sz="1425" b="0">
                <a:solidFill>
                  <a:srgbClr val="60758A"/>
                </a:solidFill>
                <a:latin typeface="Arial"/>
                <a:ea typeface="Arial"/>
                <a:cs typeface="Arial"/>
              </a:defRPr>
            </a:pPr>
            <a:r>
              <a:rPr sz="1425" b="0">
                <a:solidFill>
                  <a:srgbClr val="60758A"/>
                </a:solidFill>
                <a:latin typeface="Arial"/>
                <a:ea typeface="Arial"/>
                <a:cs typeface="Arial"/>
              </a:rPr>
              <a:t>11 / 12</a:t>
            </a:r>
          </a:p>
        </p:txBody>
      </p:sp>
      <p:graphicFrame>
        <p:nvGraphicFramePr>
          <p:cNvPr id="4" name="">
            <a:extLst xmlns:a="http://schemas.openxmlformats.org/drawingml/2006/main">
              <a:ext uri="{FF2B5EF4-FFF2-40B4-BE49-F238E27FC236}">
                <a16:creationId xmlns:a16="http://schemas.microsoft.com/office/drawing/2014/main" id="{3CCBE532-A02E-4C4D-8471-3AE81BBA754F}"/>
              </a:ext>
            </a:extLst>
          </p:cNvPr>
          <p:cNvGraphicFramePr/>
          <p:nvPr/>
        </p:nvGraphicFramePr>
        <p:xfrm>
          <a:off xmlns:a="http://schemas.openxmlformats.org/drawingml/2006/main" x="781050" y="1752600"/>
          <a:ext xmlns:a="http://schemas.openxmlformats.org/drawingml/2006/main" cx="13639800" cy="4695825"/>
        </p:xfrm>
        <a:graphic xmlns:a="http://schemas.openxmlformats.org/drawingml/2006/main">
          <a:graphicData uri="http://schemas.openxmlformats.org/drawingml/2006/table">
            <a:tbl>
              <a:tblPr/>
              <a:tblGrid>
                <a:gridCol w="2333625"/>
                <a:gridCol w="5429250"/>
                <a:gridCol w="5876925"/>
              </a:tblGrid>
              <a:tr h="670832">
                <a:tc>
                  <a:txBody>
                    <a:bodyPr/>
                    <a:lstStyle/>
                    <a:p>
                      <a:r>
                        <a:rPr sz="2100" b="1">
                          <a:solidFill>
                            <a:srgbClr val="FFFFFF"/>
                          </a:solidFill>
                          <a:latin typeface="Arial"/>
                          <a:ea typeface="Arial"/>
                          <a:cs typeface="Arial"/>
                        </a:rPr>
                        <a:t>Thành viên</a:t>
                      </a:r>
                    </a:p>
                  </a:txBody>
                  <a:tcPr marL="91440" marR="91440" marT="45720" marB="45720">
                    <a:lnL w="9525">
                      <a:solidFill>
                        <a:srgbClr val="D9E2EB"/>
                      </a:solidFill>
                    </a:lnL>
                    <a:lnT w="9525">
                      <a:solidFill>
                        <a:srgbClr val="D9E2EB"/>
                      </a:solidFill>
                    </a:lnT>
                    <a:solidFill>
                      <a:srgbClr val="0C2038"/>
                    </a:solidFill>
                  </a:tcPr>
                </a:tc>
                <a:tc>
                  <a:txBody>
                    <a:bodyPr/>
                    <a:lstStyle/>
                    <a:p>
                      <a:r>
                        <a:rPr sz="2100" b="1">
                          <a:solidFill>
                            <a:srgbClr val="FFFFFF"/>
                          </a:solidFill>
                          <a:latin typeface="Arial"/>
                          <a:ea typeface="Arial"/>
                          <a:cs typeface="Arial"/>
                        </a:rPr>
                        <a:t>Đầu ra hiện có</a:t>
                      </a:r>
                    </a:p>
                  </a:txBody>
                  <a:tcPr marL="91440" marR="91440" marT="45720" marB="45720">
                    <a:lnT w="9525">
                      <a:solidFill>
                        <a:srgbClr val="D9E2EB"/>
                      </a:solidFill>
                    </a:lnT>
                    <a:solidFill>
                      <a:srgbClr val="0C2038"/>
                    </a:solidFill>
                  </a:tcPr>
                </a:tc>
                <a:tc>
                  <a:txBody>
                    <a:bodyPr/>
                    <a:lstStyle/>
                    <a:p>
                      <a:r>
                        <a:rPr sz="2100" b="1">
                          <a:solidFill>
                            <a:srgbClr val="FFFFFF"/>
                          </a:solidFill>
                          <a:latin typeface="Arial"/>
                          <a:ea typeface="Arial"/>
                          <a:cs typeface="Arial"/>
                        </a:rPr>
                        <a:t>Việc tiếp theo</a:t>
                      </a:r>
                    </a:p>
                  </a:txBody>
                  <a:tcPr marL="91440" marR="91440" marT="45720" marB="45720">
                    <a:lnR w="9525">
                      <a:solidFill>
                        <a:srgbClr val="D9E2EB"/>
                      </a:solidFill>
                    </a:lnR>
                    <a:lnT w="9525">
                      <a:solidFill>
                        <a:srgbClr val="D9E2EB"/>
                      </a:solidFill>
                    </a:lnT>
                    <a:solidFill>
                      <a:srgbClr val="0C2038"/>
                    </a:solidFill>
                  </a:tcPr>
                </a:tc>
              </a:tr>
              <a:tr h="670832">
                <a:tc>
                  <a:txBody>
                    <a:bodyPr/>
                    <a:lstStyle/>
                    <a:p>
                      <a:r>
                        <a:rPr sz="2100">
                          <a:solidFill>
                            <a:srgbClr val="18324C"/>
                          </a:solidFill>
                          <a:latin typeface="Arial"/>
                          <a:ea typeface="Arial"/>
                          <a:cs typeface="Arial"/>
                        </a:rPr>
                        <a:t>Khiêm</a:t>
                      </a:r>
                    </a:p>
                  </a:txBody>
                  <a:tcPr marL="91440" marR="91440" marT="45720" marB="45720">
                    <a:lnL w="9525">
                      <a:solidFill>
                        <a:srgbClr val="D9E2EB"/>
                      </a:solidFill>
                    </a:lnL>
                    <a:solidFill>
                      <a:srgbClr val="FFFFFF"/>
                    </a:solidFill>
                  </a:tcPr>
                </a:tc>
                <a:tc>
                  <a:txBody>
                    <a:bodyPr/>
                    <a:lstStyle/>
                    <a:p>
                      <a:r>
                        <a:rPr sz="2100">
                          <a:solidFill>
                            <a:srgbClr val="18324C"/>
                          </a:solidFill>
                          <a:latin typeface="Arial"/>
                          <a:ea typeface="Arial"/>
                          <a:cs typeface="Arial"/>
                        </a:rPr>
                        <a:t>Bộ hồ sơ, DFD và slide v1.2</a:t>
                      </a:r>
                    </a:p>
                    <a:p>
                      <a:r>
                        <a:rPr sz="2100">
                          <a:solidFill>
                            <a:srgbClr val="18324C"/>
                          </a:solidFill>
                          <a:latin typeface="Arial"/>
                          <a:ea typeface="Arial"/>
                          <a:cs typeface="Arial"/>
                        </a:rPr>
                        <a:t>PR #3 Draft</a:t>
                      </a:r>
                    </a:p>
                  </a:txBody>
                  <a:tcPr marL="91440" marR="91440" marT="45720" marB="45720">
                    <a:solidFill>
                      <a:srgbClr val="FFFFFF"/>
                    </a:solidFill>
                  </a:tcPr>
                </a:tc>
                <a:tc>
                  <a:txBody>
                    <a:bodyPr/>
                    <a:lstStyle/>
                    <a:p>
                      <a:r>
                        <a:rPr sz="2100">
                          <a:solidFill>
                            <a:srgbClr val="18324C"/>
                          </a:solidFill>
                          <a:latin typeface="Arial"/>
                          <a:ea typeface="Arial"/>
                          <a:cs typeface="Arial"/>
                        </a:rPr>
                        <a:t>Tổng hợp quyết định và dẫn Review 1</a:t>
                      </a:r>
                    </a:p>
                  </a:txBody>
                  <a:tcPr marL="91440" marR="91440" marT="45720" marB="45720">
                    <a:lnR w="9525">
                      <a:solidFill>
                        <a:srgbClr val="D9E2EB"/>
                      </a:solidFill>
                    </a:lnR>
                    <a:solidFill>
                      <a:srgbClr val="FFFFFF"/>
                    </a:solidFill>
                  </a:tcPr>
                </a:tc>
              </a:tr>
              <a:tr h="670832">
                <a:tc>
                  <a:txBody>
                    <a:bodyPr/>
                    <a:lstStyle/>
                    <a:p>
                      <a:r>
                        <a:rPr sz="2100">
                          <a:solidFill>
                            <a:srgbClr val="18324C"/>
                          </a:solidFill>
                          <a:latin typeface="Arial"/>
                          <a:ea typeface="Arial"/>
                          <a:cs typeface="Arial"/>
                        </a:rPr>
                        <a:t>Khánh</a:t>
                      </a:r>
                    </a:p>
                  </a:txBody>
                  <a:tcPr marL="91440" marR="91440" marT="45720" marB="45720">
                    <a:lnL w="9525">
                      <a:solidFill>
                        <a:srgbClr val="D9E2EB"/>
                      </a:solidFill>
                    </a:lnL>
                    <a:solidFill>
                      <a:srgbClr val="F5F8FB"/>
                    </a:solidFill>
                  </a:tcPr>
                </a:tc>
                <a:tc>
                  <a:txBody>
                    <a:bodyPr/>
                    <a:lstStyle/>
                    <a:p>
                      <a:r>
                        <a:rPr sz="2100">
                          <a:solidFill>
                            <a:srgbClr val="18324C"/>
                          </a:solidFill>
                          <a:latin typeface="Arial"/>
                          <a:ea typeface="Arial"/>
                          <a:cs typeface="Arial"/>
                        </a:rPr>
                        <a:t>Access Matrix, PR #4 đã gộp</a:t>
                      </a:r>
                    </a:p>
                  </a:txBody>
                  <a:tcPr marL="91440" marR="91440" marT="45720" marB="45720">
                    <a:solidFill>
                      <a:srgbClr val="F5F8FB"/>
                    </a:solidFill>
                  </a:tcPr>
                </a:tc>
                <a:tc>
                  <a:txBody>
                    <a:bodyPr/>
                    <a:lstStyle/>
                    <a:p>
                      <a:r>
                        <a:rPr sz="2100">
                          <a:solidFill>
                            <a:srgbClr val="18324C"/>
                          </a:solidFill>
                          <a:latin typeface="Arial"/>
                          <a:ea typeface="Arial"/>
                          <a:cs typeface="Arial"/>
                        </a:rPr>
                        <a:t>Chốt quyền và thứ tự mã lỗi với SE</a:t>
                      </a:r>
                    </a:p>
                  </a:txBody>
                  <a:tcPr marL="91440" marR="91440" marT="45720" marB="45720">
                    <a:lnR w="9525">
                      <a:solidFill>
                        <a:srgbClr val="D9E2EB"/>
                      </a:solidFill>
                    </a:lnR>
                    <a:solidFill>
                      <a:srgbClr val="F5F8FB"/>
                    </a:solidFill>
                  </a:tcPr>
                </a:tc>
              </a:tr>
              <a:tr h="670832">
                <a:tc>
                  <a:txBody>
                    <a:bodyPr/>
                    <a:lstStyle/>
                    <a:p>
                      <a:r>
                        <a:rPr sz="2100">
                          <a:solidFill>
                            <a:srgbClr val="18324C"/>
                          </a:solidFill>
                          <a:latin typeface="Arial"/>
                          <a:ea typeface="Arial"/>
                          <a:cs typeface="Arial"/>
                        </a:rPr>
                        <a:t>Hoà</a:t>
                      </a:r>
                    </a:p>
                  </a:txBody>
                  <a:tcPr marL="91440" marR="91440" marT="45720" marB="45720">
                    <a:lnL w="9525">
                      <a:solidFill>
                        <a:srgbClr val="D9E2EB"/>
                      </a:solidFill>
                    </a:lnL>
                    <a:solidFill>
                      <a:srgbClr val="FFFFFF"/>
                    </a:solidFill>
                  </a:tcPr>
                </a:tc>
                <a:tc>
                  <a:txBody>
                    <a:bodyPr/>
                    <a:lstStyle/>
                    <a:p>
                      <a:r>
                        <a:rPr sz="2100">
                          <a:solidFill>
                            <a:srgbClr val="18324C"/>
                          </a:solidFill>
                          <a:latin typeface="Arial"/>
                          <a:ea typeface="Arial"/>
                          <a:cs typeface="Arial"/>
                        </a:rPr>
                        <a:t>Catalog/schema/rules mức thiết kế</a:t>
                      </a:r>
                    </a:p>
                  </a:txBody>
                  <a:tcPr marL="91440" marR="91440" marT="45720" marB="45720">
                    <a:solidFill>
                      <a:srgbClr val="FFFFFF"/>
                    </a:solidFill>
                  </a:tcPr>
                </a:tc>
                <a:tc>
                  <a:txBody>
                    <a:bodyPr/>
                    <a:lstStyle/>
                    <a:p>
                      <a:r>
                        <a:rPr sz="2100">
                          <a:solidFill>
                            <a:srgbClr val="18324C"/>
                          </a:solidFill>
                          <a:latin typeface="Arial"/>
                          <a:ea typeface="Arial"/>
                          <a:cs typeface="Arial"/>
                        </a:rPr>
                        <a:t>Chốt công cụ, ngưỡng và log với Backend</a:t>
                      </a:r>
                    </a:p>
                  </a:txBody>
                  <a:tcPr marL="91440" marR="91440" marT="45720" marB="45720">
                    <a:lnR w="9525">
                      <a:solidFill>
                        <a:srgbClr val="D9E2EB"/>
                      </a:solidFill>
                    </a:lnR>
                    <a:solidFill>
                      <a:srgbClr val="FFFFFF"/>
                    </a:solidFill>
                  </a:tcPr>
                </a:tc>
              </a:tr>
              <a:tr h="670832">
                <a:tc>
                  <a:txBody>
                    <a:bodyPr/>
                    <a:lstStyle/>
                    <a:p>
                      <a:r>
                        <a:rPr sz="2100">
                          <a:solidFill>
                            <a:srgbClr val="18324C"/>
                          </a:solidFill>
                          <a:latin typeface="Arial"/>
                          <a:ea typeface="Arial"/>
                          <a:cs typeface="Arial"/>
                        </a:rPr>
                        <a:t>Nhi</a:t>
                      </a:r>
                    </a:p>
                  </a:txBody>
                  <a:tcPr marL="91440" marR="91440" marT="45720" marB="45720">
                    <a:lnL w="9525">
                      <a:solidFill>
                        <a:srgbClr val="D9E2EB"/>
                      </a:solidFill>
                    </a:lnL>
                    <a:solidFill>
                      <a:srgbClr val="F5F8FB"/>
                    </a:solidFill>
                  </a:tcPr>
                </a:tc>
                <a:tc>
                  <a:txBody>
                    <a:bodyPr/>
                    <a:lstStyle/>
                    <a:p>
                      <a:r>
                        <a:rPr sz="2100">
                          <a:solidFill>
                            <a:srgbClr val="18324C"/>
                          </a:solidFill>
                          <a:latin typeface="Arial"/>
                          <a:ea typeface="Arial"/>
                          <a:cs typeface="Arial"/>
                        </a:rPr>
                        <a:t>PR #5 lab, báo cáo một phần</a:t>
                      </a:r>
                    </a:p>
                  </a:txBody>
                  <a:tcPr marL="91440" marR="91440" marT="45720" marB="45720">
                    <a:solidFill>
                      <a:srgbClr val="F5F8FB"/>
                    </a:solidFill>
                  </a:tcPr>
                </a:tc>
                <a:tc>
                  <a:txBody>
                    <a:bodyPr/>
                    <a:lstStyle/>
                    <a:p>
                      <a:r>
                        <a:rPr sz="2100">
                          <a:solidFill>
                            <a:srgbClr val="18324C"/>
                          </a:solidFill>
                          <a:latin typeface="Arial"/>
                          <a:ea typeface="Arial"/>
                          <a:cs typeface="Arial"/>
                        </a:rPr>
                        <a:t>Bổ sung log gốc, Gitleaks và deployment</a:t>
                      </a:r>
                    </a:p>
                  </a:txBody>
                  <a:tcPr marL="91440" marR="91440" marT="45720" marB="45720">
                    <a:lnR w="9525">
                      <a:solidFill>
                        <a:srgbClr val="D9E2EB"/>
                      </a:solidFill>
                    </a:lnR>
                    <a:solidFill>
                      <a:srgbClr val="F5F8FB"/>
                    </a:solidFill>
                  </a:tcPr>
                </a:tc>
              </a:tr>
              <a:tr h="670832">
                <a:tc>
                  <a:txBody>
                    <a:bodyPr/>
                    <a:lstStyle/>
                    <a:p>
                      <a:r>
                        <a:rPr sz="2100">
                          <a:solidFill>
                            <a:srgbClr val="18324C"/>
                          </a:solidFill>
                          <a:latin typeface="Arial"/>
                          <a:ea typeface="Arial"/>
                          <a:cs typeface="Arial"/>
                        </a:rPr>
                        <a:t>Trí / Cường</a:t>
                      </a:r>
                    </a:p>
                  </a:txBody>
                  <a:tcPr marL="91440" marR="91440" marT="45720" marB="45720">
                    <a:lnL w="9525">
                      <a:solidFill>
                        <a:srgbClr val="D9E2EB"/>
                      </a:solidFill>
                    </a:lnL>
                    <a:solidFill>
                      <a:srgbClr val="FFFFFF"/>
                    </a:solidFill>
                  </a:tcPr>
                </a:tc>
                <a:tc>
                  <a:txBody>
                    <a:bodyPr/>
                    <a:lstStyle/>
                    <a:p>
                      <a:r>
                        <a:rPr sz="2100">
                          <a:solidFill>
                            <a:srgbClr val="18324C"/>
                          </a:solidFill>
                          <a:latin typeface="Arial"/>
                          <a:ea typeface="Arial"/>
                          <a:cs typeface="Arial"/>
                        </a:rPr>
                        <a:t>SRS, kiến trúc, ERD/API/AuthN</a:t>
                      </a:r>
                    </a:p>
                  </a:txBody>
                  <a:tcPr marL="91440" marR="91440" marT="45720" marB="45720">
                    <a:solidFill>
                      <a:srgbClr val="FFFFFF"/>
                    </a:solidFill>
                  </a:tcPr>
                </a:tc>
                <a:tc>
                  <a:txBody>
                    <a:bodyPr/>
                    <a:lstStyle/>
                    <a:p>
                      <a:r>
                        <a:rPr sz="2100">
                          <a:solidFill>
                            <a:srgbClr val="18324C"/>
                          </a:solidFill>
                          <a:latin typeface="Arial"/>
                          <a:ea typeface="Arial"/>
                          <a:cs typeface="Arial"/>
                        </a:rPr>
                        <a:t>Chốt Reopen/SLA/contract và Backend</a:t>
                      </a:r>
                    </a:p>
                  </a:txBody>
                  <a:tcPr marL="91440" marR="91440" marT="45720" marB="45720">
                    <a:lnR w="9525">
                      <a:solidFill>
                        <a:srgbClr val="D9E2EB"/>
                      </a:solidFill>
                    </a:lnR>
                    <a:solidFill>
                      <a:srgbClr val="FFFFFF"/>
                    </a:solidFill>
                  </a:tcPr>
                </a:tc>
              </a:tr>
              <a:tr h="670832">
                <a:tc>
                  <a:txBody>
                    <a:bodyPr/>
                    <a:lstStyle/>
                    <a:p>
                      <a:r>
                        <a:rPr sz="2100">
                          <a:solidFill>
                            <a:srgbClr val="18324C"/>
                          </a:solidFill>
                          <a:latin typeface="Arial"/>
                          <a:ea typeface="Arial"/>
                          <a:cs typeface="Arial"/>
                        </a:rPr>
                        <a:t>Chính</a:t>
                      </a:r>
                    </a:p>
                  </a:txBody>
                  <a:tcPr marL="91440" marR="91440" marT="45720" marB="45720">
                    <a:lnL w="9525">
                      <a:solidFill>
                        <a:srgbClr val="D9E2EB"/>
                      </a:solidFill>
                    </a:lnL>
                    <a:lnB w="9525">
                      <a:solidFill>
                        <a:srgbClr val="D9E2EB"/>
                      </a:solidFill>
                    </a:lnB>
                    <a:solidFill>
                      <a:srgbClr val="F5F8FB"/>
                    </a:solidFill>
                  </a:tcPr>
                </a:tc>
                <a:tc>
                  <a:txBody>
                    <a:bodyPr/>
                    <a:lstStyle/>
                    <a:p>
                      <a:r>
                        <a:rPr sz="2100">
                          <a:solidFill>
                            <a:srgbClr val="18324C"/>
                          </a:solidFill>
                          <a:latin typeface="Arial"/>
                          <a:ea typeface="Arial"/>
                          <a:cs typeface="Arial"/>
                        </a:rPr>
                        <a:t>FE PR #2 đã gộp, SDD §5, PR #6</a:t>
                      </a:r>
                    </a:p>
                  </a:txBody>
                  <a:tcPr marL="91440" marR="91440" marT="45720" marB="45720">
                    <a:lnB w="9525">
                      <a:solidFill>
                        <a:srgbClr val="D9E2EB"/>
                      </a:solidFill>
                    </a:lnB>
                    <a:solidFill>
                      <a:srgbClr val="F5F8FB"/>
                    </a:solidFill>
                  </a:tcPr>
                </a:tc>
                <a:tc>
                  <a:txBody>
                    <a:bodyPr/>
                    <a:lstStyle/>
                    <a:p>
                      <a:r>
                        <a:rPr sz="2100">
                          <a:solidFill>
                            <a:srgbClr val="18324C"/>
                          </a:solidFill>
                          <a:latin typeface="Arial"/>
                          <a:ea typeface="Arial"/>
                          <a:cs typeface="Arial"/>
                        </a:rPr>
                        <a:t>Sửa ảnh flow/Login và hoàn thiện tích hợp</a:t>
                      </a:r>
                    </a:p>
                  </a:txBody>
                  <a:tcPr marL="91440" marR="91440" marT="45720" marB="45720">
                    <a:lnR w="9525">
                      <a:solidFill>
                        <a:srgbClr val="D9E2EB"/>
                      </a:solidFill>
                    </a:lnR>
                    <a:lnB w="9525">
                      <a:solidFill>
                        <a:srgbClr val="D9E2EB"/>
                      </a:solidFill>
                    </a:lnB>
                    <a:solidFill>
                      <a:srgbClr val="F5F8FB"/>
                    </a:solidFill>
                  </a:tcPr>
                </a:tc>
              </a:tr>
            </a:tbl>
          </a:graphicData>
        </a:graphic>
      </p:graphicFrame>
      <p:sp>
        <p:nvSpPr>
          <p:cNvPr id="5" name="">
            <a:extLst xmlns:a="http://schemas.openxmlformats.org/drawingml/2006/main">
              <a:ext uri="{FF2B5EF4-FFF2-40B4-BE49-F238E27FC236}">
                <a16:creationId xmlns:a16="http://schemas.microsoft.com/office/drawing/2014/main" id="{1B316CD0-A9FB-4BED-A10F-254D6459EC01}"/>
              </a:ext>
            </a:extLst>
          </p:cNvPr>
          <p:cNvSpPr>
            <a:spLocks xmlns:a="http://schemas.openxmlformats.org/drawingml/2006/main" noGrp="1"/>
          </p:cNvSpPr>
          <p:nvPr/>
        </p:nvSpPr>
        <p:spPr>
          <a:xfrm xmlns:a="http://schemas.openxmlformats.org/drawingml/2006/main">
            <a:off x="790575" y="7115175"/>
            <a:ext cx="13335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F8C"/>
                </a:solidFill>
                <a:latin typeface="Arial"/>
                <a:ea typeface="Arial"/>
                <a:cs typeface="Arial"/>
              </a:defRPr>
            </a:defPPr>
            <a:lvl1pPr>
              <a:defRPr sz="2250" b="1">
                <a:solidFill>
                  <a:srgbClr val="087F8C"/>
                </a:solidFill>
                <a:latin typeface="Arial"/>
                <a:ea typeface="Arial"/>
                <a:cs typeface="Arial"/>
              </a:defRPr>
            </a:lvl1pPr>
            <a:lvl2pPr>
              <a:defRPr sz="2250" b="1">
                <a:solidFill>
                  <a:srgbClr val="087F8C"/>
                </a:solidFill>
                <a:latin typeface="Arial"/>
                <a:ea typeface="Arial"/>
                <a:cs typeface="Arial"/>
              </a:defRPr>
            </a:lvl2pPr>
            <a:lvl3pPr>
              <a:defRPr sz="2250" b="1">
                <a:solidFill>
                  <a:srgbClr val="087F8C"/>
                </a:solidFill>
                <a:latin typeface="Arial"/>
                <a:ea typeface="Arial"/>
                <a:cs typeface="Arial"/>
              </a:defRPr>
            </a:lvl3pPr>
            <a:lvl4pPr>
              <a:defRPr sz="2250" b="1">
                <a:solidFill>
                  <a:srgbClr val="087F8C"/>
                </a:solidFill>
                <a:latin typeface="Arial"/>
                <a:ea typeface="Arial"/>
                <a:cs typeface="Arial"/>
              </a:defRPr>
            </a:lvl4pPr>
            <a:lvl5pPr>
              <a:defRPr sz="2250" b="1">
                <a:solidFill>
                  <a:srgbClr val="087F8C"/>
                </a:solidFill>
                <a:latin typeface="Arial"/>
                <a:ea typeface="Arial"/>
                <a:cs typeface="Arial"/>
              </a:defRPr>
            </a:lvl5pPr>
            <a:lvl6pPr>
              <a:defRPr sz="2250" b="1">
                <a:solidFill>
                  <a:srgbClr val="087F8C"/>
                </a:solidFill>
                <a:latin typeface="Arial"/>
                <a:ea typeface="Arial"/>
                <a:cs typeface="Arial"/>
              </a:defRPr>
            </a:lvl6pPr>
            <a:lvl7pPr>
              <a:defRPr sz="2250" b="1">
                <a:solidFill>
                  <a:srgbClr val="087F8C"/>
                </a:solidFill>
                <a:latin typeface="Arial"/>
                <a:ea typeface="Arial"/>
                <a:cs typeface="Arial"/>
              </a:defRPr>
            </a:lvl7pPr>
            <a:lvl8pPr>
              <a:defRPr sz="2250" b="1">
                <a:solidFill>
                  <a:srgbClr val="087F8C"/>
                </a:solidFill>
                <a:latin typeface="Arial"/>
                <a:ea typeface="Arial"/>
                <a:cs typeface="Arial"/>
              </a:defRPr>
            </a:lvl8pPr>
            <a:lvl9pPr>
              <a:defRPr sz="2250" b="1">
                <a:solidFill>
                  <a:srgbClr val="087F8C"/>
                </a:solidFill>
                <a:latin typeface="Arial"/>
                <a:ea typeface="Arial"/>
                <a:cs typeface="Arial"/>
              </a:defRPr>
            </a:lvl9pPr>
          </a:lstStyle>
          <a:p xmlns:a="http://schemas.openxmlformats.org/drawingml/2006/main">
            <a:pPr>
              <a:defRPr sz="2250" b="1">
                <a:solidFill>
                  <a:srgbClr val="087F8C"/>
                </a:solidFill>
                <a:latin typeface="Arial"/>
                <a:ea typeface="Arial"/>
                <a:cs typeface="Arial"/>
              </a:defRPr>
            </a:pPr>
            <a:r>
              <a:rPr sz="2250" b="1">
                <a:solidFill>
                  <a:srgbClr val="087F8C"/>
                </a:solidFill>
                <a:latin typeface="Arial"/>
                <a:ea typeface="Arial"/>
                <a:cs typeface="Arial"/>
              </a:rPr>
              <a:t>T2-01 giữ In progress. T2-08 giữ Review. Phê duyệt phạm vi của GV vẫn chờ ghi nhận.</a:t>
            </a:r>
          </a:p>
        </p:txBody>
      </p:sp>
    </p:spTree>
    <p:extLst>
      <p:ext uri="{BB962C8B-B14F-4D97-AF65-F5344CB8AC3E}">
        <p14:creationId xmlns:p14="http://schemas.microsoft.com/office/powerpoint/2010/main" val="83296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E4EDC16-DC2E-45AD-A3E0-8E70DEAACB75}"/>
              </a:ext>
            </a:extLst>
          </p:cNvPr>
          <p:cNvSpPr>
            <a:spLocks xmlns:a="http://schemas.openxmlformats.org/drawingml/2006/main" noGrp="1"/>
          </p:cNvSpPr>
          <p:nvPr/>
        </p:nvSpPr>
        <p:spPr>
          <a:xfrm xmlns:a="http://schemas.openxmlformats.org/drawingml/2006/main">
            <a:off x="762000" y="438150"/>
            <a:ext cx="13668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0C2038"/>
                </a:solidFill>
                <a:latin typeface="Arial"/>
                <a:ea typeface="Arial"/>
                <a:cs typeface="Arial"/>
              </a:defRPr>
            </a:defPPr>
            <a:lvl1pPr>
              <a:defRPr sz="3900" b="1">
                <a:solidFill>
                  <a:srgbClr val="0C2038"/>
                </a:solidFill>
                <a:latin typeface="Arial"/>
                <a:ea typeface="Arial"/>
                <a:cs typeface="Arial"/>
              </a:defRPr>
            </a:lvl1pPr>
            <a:lvl2pPr>
              <a:defRPr sz="3900" b="1">
                <a:solidFill>
                  <a:srgbClr val="0C2038"/>
                </a:solidFill>
                <a:latin typeface="Arial"/>
                <a:ea typeface="Arial"/>
                <a:cs typeface="Arial"/>
              </a:defRPr>
            </a:lvl2pPr>
            <a:lvl3pPr>
              <a:defRPr sz="3900" b="1">
                <a:solidFill>
                  <a:srgbClr val="0C2038"/>
                </a:solidFill>
                <a:latin typeface="Arial"/>
                <a:ea typeface="Arial"/>
                <a:cs typeface="Arial"/>
              </a:defRPr>
            </a:lvl3pPr>
            <a:lvl4pPr>
              <a:defRPr sz="3900" b="1">
                <a:solidFill>
                  <a:srgbClr val="0C2038"/>
                </a:solidFill>
                <a:latin typeface="Arial"/>
                <a:ea typeface="Arial"/>
                <a:cs typeface="Arial"/>
              </a:defRPr>
            </a:lvl4pPr>
            <a:lvl5pPr>
              <a:defRPr sz="3900" b="1">
                <a:solidFill>
                  <a:srgbClr val="0C2038"/>
                </a:solidFill>
                <a:latin typeface="Arial"/>
                <a:ea typeface="Arial"/>
                <a:cs typeface="Arial"/>
              </a:defRPr>
            </a:lvl5pPr>
            <a:lvl6pPr>
              <a:defRPr sz="3900" b="1">
                <a:solidFill>
                  <a:srgbClr val="0C2038"/>
                </a:solidFill>
                <a:latin typeface="Arial"/>
                <a:ea typeface="Arial"/>
                <a:cs typeface="Arial"/>
              </a:defRPr>
            </a:lvl6pPr>
            <a:lvl7pPr>
              <a:defRPr sz="3900" b="1">
                <a:solidFill>
                  <a:srgbClr val="0C2038"/>
                </a:solidFill>
                <a:latin typeface="Arial"/>
                <a:ea typeface="Arial"/>
                <a:cs typeface="Arial"/>
              </a:defRPr>
            </a:lvl7pPr>
            <a:lvl8pPr>
              <a:defRPr sz="3900" b="1">
                <a:solidFill>
                  <a:srgbClr val="0C2038"/>
                </a:solidFill>
                <a:latin typeface="Arial"/>
                <a:ea typeface="Arial"/>
                <a:cs typeface="Arial"/>
              </a:defRPr>
            </a:lvl8pPr>
            <a:lvl9pPr>
              <a:defRPr sz="3900" b="1">
                <a:solidFill>
                  <a:srgbClr val="0C2038"/>
                </a:solidFill>
                <a:latin typeface="Arial"/>
                <a:ea typeface="Arial"/>
                <a:cs typeface="Arial"/>
              </a:defRPr>
            </a:lvl9pPr>
          </a:lstStyle>
          <a:p xmlns:a="http://schemas.openxmlformats.org/drawingml/2006/main">
            <a:pPr>
              <a:defRPr sz="3900" b="1">
                <a:solidFill>
                  <a:srgbClr val="0C2038"/>
                </a:solidFill>
                <a:latin typeface="Arial"/>
                <a:ea typeface="Arial"/>
                <a:cs typeface="Arial"/>
              </a:defRPr>
            </a:pPr>
            <a:r>
              <a:rPr sz="3900" b="1">
                <a:solidFill>
                  <a:srgbClr val="0C2038"/>
                </a:solidFill>
                <a:latin typeface="Arial"/>
                <a:ea typeface="Arial"/>
                <a:cs typeface="Arial"/>
              </a:rPr>
              <a:t>Quyết định cần ghi tại Review 1</a:t>
            </a:r>
          </a:p>
        </p:txBody>
      </p:sp>
      <p:sp>
        <p:nvSpPr>
          <p:cNvPr id="3" name="">
            <a:extLst xmlns:a="http://schemas.openxmlformats.org/drawingml/2006/main">
              <a:ext uri="{FF2B5EF4-FFF2-40B4-BE49-F238E27FC236}">
                <a16:creationId xmlns:a16="http://schemas.microsoft.com/office/drawing/2014/main" id="{CC61A65B-EC59-47FA-A8A0-7E0B0A451AEC}"/>
              </a:ext>
            </a:extLst>
          </p:cNvPr>
          <p:cNvSpPr>
            <a:spLocks xmlns:a="http://schemas.openxmlformats.org/drawingml/2006/main" noGrp="1"/>
          </p:cNvSpPr>
          <p:nvPr/>
        </p:nvSpPr>
        <p:spPr>
          <a:xfrm xmlns:a="http://schemas.openxmlformats.org/drawingml/2006/main">
            <a:off x="13696950" y="8124825"/>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60758A"/>
                </a:solidFill>
                <a:latin typeface="Arial"/>
                <a:ea typeface="Arial"/>
                <a:cs typeface="Arial"/>
              </a:defRPr>
            </a:defPPr>
            <a:lvl1pPr>
              <a:defRPr sz="1425" b="0">
                <a:solidFill>
                  <a:srgbClr val="60758A"/>
                </a:solidFill>
                <a:latin typeface="Arial"/>
                <a:ea typeface="Arial"/>
                <a:cs typeface="Arial"/>
              </a:defRPr>
            </a:lvl1pPr>
            <a:lvl2pPr>
              <a:defRPr sz="1425" b="0">
                <a:solidFill>
                  <a:srgbClr val="60758A"/>
                </a:solidFill>
                <a:latin typeface="Arial"/>
                <a:ea typeface="Arial"/>
                <a:cs typeface="Arial"/>
              </a:defRPr>
            </a:lvl2pPr>
            <a:lvl3pPr>
              <a:defRPr sz="1425" b="0">
                <a:solidFill>
                  <a:srgbClr val="60758A"/>
                </a:solidFill>
                <a:latin typeface="Arial"/>
                <a:ea typeface="Arial"/>
                <a:cs typeface="Arial"/>
              </a:defRPr>
            </a:lvl3pPr>
            <a:lvl4pPr>
              <a:defRPr sz="1425" b="0">
                <a:solidFill>
                  <a:srgbClr val="60758A"/>
                </a:solidFill>
                <a:latin typeface="Arial"/>
                <a:ea typeface="Arial"/>
                <a:cs typeface="Arial"/>
              </a:defRPr>
            </a:lvl4pPr>
            <a:lvl5pPr>
              <a:defRPr sz="1425" b="0">
                <a:solidFill>
                  <a:srgbClr val="60758A"/>
                </a:solidFill>
                <a:latin typeface="Arial"/>
                <a:ea typeface="Arial"/>
                <a:cs typeface="Arial"/>
              </a:defRPr>
            </a:lvl5pPr>
            <a:lvl6pPr>
              <a:defRPr sz="1425" b="0">
                <a:solidFill>
                  <a:srgbClr val="60758A"/>
                </a:solidFill>
                <a:latin typeface="Arial"/>
                <a:ea typeface="Arial"/>
                <a:cs typeface="Arial"/>
              </a:defRPr>
            </a:lvl6pPr>
            <a:lvl7pPr>
              <a:defRPr sz="1425" b="0">
                <a:solidFill>
                  <a:srgbClr val="60758A"/>
                </a:solidFill>
                <a:latin typeface="Arial"/>
                <a:ea typeface="Arial"/>
                <a:cs typeface="Arial"/>
              </a:defRPr>
            </a:lvl7pPr>
            <a:lvl8pPr>
              <a:defRPr sz="1425" b="0">
                <a:solidFill>
                  <a:srgbClr val="60758A"/>
                </a:solidFill>
                <a:latin typeface="Arial"/>
                <a:ea typeface="Arial"/>
                <a:cs typeface="Arial"/>
              </a:defRPr>
            </a:lvl8pPr>
            <a:lvl9pPr>
              <a:defRPr sz="1425" b="0">
                <a:solidFill>
                  <a:srgbClr val="60758A"/>
                </a:solidFill>
                <a:latin typeface="Arial"/>
                <a:ea typeface="Arial"/>
                <a:cs typeface="Arial"/>
              </a:defRPr>
            </a:lvl9pPr>
          </a:lstStyle>
          <a:p xmlns:a="http://schemas.openxmlformats.org/drawingml/2006/main">
            <a:pPr>
              <a:defRPr sz="1425" b="0">
                <a:solidFill>
                  <a:srgbClr val="60758A"/>
                </a:solidFill>
                <a:latin typeface="Arial"/>
                <a:ea typeface="Arial"/>
                <a:cs typeface="Arial"/>
              </a:defRPr>
            </a:pPr>
            <a:r>
              <a:rPr sz="1425" b="0">
                <a:solidFill>
                  <a:srgbClr val="60758A"/>
                </a:solidFill>
                <a:latin typeface="Arial"/>
                <a:ea typeface="Arial"/>
                <a:cs typeface="Arial"/>
              </a:rPr>
              <a:t>12 / 12</a:t>
            </a:r>
          </a:p>
        </p:txBody>
      </p:sp>
      <p:graphicFrame>
        <p:nvGraphicFramePr>
          <p:cNvPr id="4" name="">
            <a:extLst xmlns:a="http://schemas.openxmlformats.org/drawingml/2006/main">
              <a:ext uri="{FF2B5EF4-FFF2-40B4-BE49-F238E27FC236}">
                <a16:creationId xmlns:a16="http://schemas.microsoft.com/office/drawing/2014/main" id="{A04AD334-93FE-4890-9EAC-852825C09620}"/>
              </a:ext>
            </a:extLst>
          </p:cNvPr>
          <p:cNvGraphicFramePr/>
          <p:nvPr/>
        </p:nvGraphicFramePr>
        <p:xfrm>
          <a:off xmlns:a="http://schemas.openxmlformats.org/drawingml/2006/main" x="781050" y="1752600"/>
          <a:ext xmlns:a="http://schemas.openxmlformats.org/drawingml/2006/main" cx="13639800" cy="4210050"/>
        </p:xfrm>
        <a:graphic xmlns:a="http://schemas.openxmlformats.org/drawingml/2006/main">
          <a:graphicData uri="http://schemas.openxmlformats.org/drawingml/2006/table">
            <a:tbl>
              <a:tblPr/>
              <a:tblGrid>
                <a:gridCol w="1905000"/>
                <a:gridCol w="7429500"/>
                <a:gridCol w="4305300"/>
              </a:tblGrid>
              <a:tr h="601436">
                <a:tc>
                  <a:txBody>
                    <a:bodyPr/>
                    <a:lstStyle/>
                    <a:p>
                      <a:r>
                        <a:rPr sz="2100" b="1">
                          <a:solidFill>
                            <a:srgbClr val="FFFFFF"/>
                          </a:solidFill>
                          <a:latin typeface="Arial"/>
                          <a:ea typeface="Arial"/>
                          <a:cs typeface="Arial"/>
                        </a:rPr>
                        <a:t>Điểm</a:t>
                      </a:r>
                    </a:p>
                  </a:txBody>
                  <a:tcPr marL="91440" marR="91440" marT="45720" marB="45720">
                    <a:lnL w="9525">
                      <a:solidFill>
                        <a:srgbClr val="D9E2EB"/>
                      </a:solidFill>
                    </a:lnL>
                    <a:lnT w="9525">
                      <a:solidFill>
                        <a:srgbClr val="D9E2EB"/>
                      </a:solidFill>
                    </a:lnT>
                    <a:solidFill>
                      <a:srgbClr val="0C2038"/>
                    </a:solidFill>
                  </a:tcPr>
                </a:tc>
                <a:tc>
                  <a:txBody>
                    <a:bodyPr/>
                    <a:lstStyle/>
                    <a:p>
                      <a:r>
                        <a:rPr sz="2100" b="1">
                          <a:solidFill>
                            <a:srgbClr val="FFFFFF"/>
                          </a:solidFill>
                          <a:latin typeface="Arial"/>
                          <a:ea typeface="Arial"/>
                          <a:cs typeface="Arial"/>
                        </a:rPr>
                        <a:t>Nội dung cần xác nhận</a:t>
                      </a:r>
                    </a:p>
                  </a:txBody>
                  <a:tcPr marL="91440" marR="91440" marT="45720" marB="45720">
                    <a:lnT w="9525">
                      <a:solidFill>
                        <a:srgbClr val="D9E2EB"/>
                      </a:solidFill>
                    </a:lnT>
                    <a:solidFill>
                      <a:srgbClr val="0C2038"/>
                    </a:solidFill>
                  </a:tcPr>
                </a:tc>
                <a:tc>
                  <a:txBody>
                    <a:bodyPr/>
                    <a:lstStyle/>
                    <a:p>
                      <a:r>
                        <a:rPr sz="2100" b="1">
                          <a:solidFill>
                            <a:srgbClr val="FFFFFF"/>
                          </a:solidFill>
                          <a:latin typeface="Arial"/>
                          <a:ea typeface="Arial"/>
                          <a:cs typeface="Arial"/>
                        </a:rPr>
                        <a:t>Phối hợp</a:t>
                      </a:r>
                    </a:p>
                  </a:txBody>
                  <a:tcPr marL="91440" marR="91440" marT="45720" marB="45720">
                    <a:lnR w="9525">
                      <a:solidFill>
                        <a:srgbClr val="D9E2EB"/>
                      </a:solidFill>
                    </a:lnR>
                    <a:lnT w="9525">
                      <a:solidFill>
                        <a:srgbClr val="D9E2EB"/>
                      </a:solidFill>
                    </a:lnT>
                    <a:solidFill>
                      <a:srgbClr val="0C2038"/>
                    </a:solidFill>
                  </a:tcPr>
                </a:tc>
              </a:tr>
              <a:tr h="601436">
                <a:tc>
                  <a:txBody>
                    <a:bodyPr/>
                    <a:lstStyle/>
                    <a:p>
                      <a:r>
                        <a:rPr sz="2100">
                          <a:solidFill>
                            <a:srgbClr val="18324C"/>
                          </a:solidFill>
                          <a:latin typeface="Arial"/>
                          <a:ea typeface="Arial"/>
                          <a:cs typeface="Arial"/>
                        </a:rPr>
                        <a:t>PC-01</a:t>
                      </a:r>
                    </a:p>
                  </a:txBody>
                  <a:tcPr marL="91440" marR="91440" marT="45720" marB="45720">
                    <a:lnL w="9525">
                      <a:solidFill>
                        <a:srgbClr val="D9E2EB"/>
                      </a:solidFill>
                    </a:lnL>
                    <a:solidFill>
                      <a:srgbClr val="FFFFFF"/>
                    </a:solidFill>
                  </a:tcPr>
                </a:tc>
                <a:tc>
                  <a:txBody>
                    <a:bodyPr/>
                    <a:lstStyle/>
                    <a:p>
                      <a:r>
                        <a:rPr sz="2100">
                          <a:solidFill>
                            <a:srgbClr val="18324C"/>
                          </a:solidFill>
                          <a:latin typeface="Arial"/>
                          <a:ea typeface="Arial"/>
                          <a:cs typeface="Arial"/>
                        </a:rPr>
                        <a:t>Cách tải tệp, thời hạn và thu hồi URL</a:t>
                      </a:r>
                    </a:p>
                  </a:txBody>
                  <a:tcPr marL="91440" marR="91440" marT="45720" marB="45720">
                    <a:solidFill>
                      <a:srgbClr val="FFFFFF"/>
                    </a:solidFill>
                  </a:tcPr>
                </a:tc>
                <a:tc>
                  <a:txBody>
                    <a:bodyPr/>
                    <a:lstStyle/>
                    <a:p>
                      <a:r>
                        <a:rPr sz="2100">
                          <a:solidFill>
                            <a:srgbClr val="18324C"/>
                          </a:solidFill>
                          <a:latin typeface="Arial"/>
                          <a:ea typeface="Arial"/>
                          <a:cs typeface="Arial"/>
                        </a:rPr>
                        <a:t>Nhi, Cường/Trí, Khánh</a:t>
                      </a:r>
                    </a:p>
                  </a:txBody>
                  <a:tcPr marL="91440" marR="91440" marT="45720" marB="45720">
                    <a:lnR w="9525">
                      <a:solidFill>
                        <a:srgbClr val="D9E2EB"/>
                      </a:solidFill>
                    </a:lnR>
                    <a:solidFill>
                      <a:srgbClr val="FFFFFF"/>
                    </a:solidFill>
                  </a:tcPr>
                </a:tc>
              </a:tr>
              <a:tr h="601436">
                <a:tc>
                  <a:txBody>
                    <a:bodyPr/>
                    <a:lstStyle/>
                    <a:p>
                      <a:r>
                        <a:rPr sz="2100">
                          <a:solidFill>
                            <a:srgbClr val="18324C"/>
                          </a:solidFill>
                          <a:latin typeface="Arial"/>
                          <a:ea typeface="Arial"/>
                          <a:cs typeface="Arial"/>
                        </a:rPr>
                        <a:t>PC-02</a:t>
                      </a:r>
                    </a:p>
                  </a:txBody>
                  <a:tcPr marL="91440" marR="91440" marT="45720" marB="45720">
                    <a:lnL w="9525">
                      <a:solidFill>
                        <a:srgbClr val="D9E2EB"/>
                      </a:solidFill>
                    </a:lnL>
                    <a:solidFill>
                      <a:srgbClr val="F5F8FB"/>
                    </a:solidFill>
                  </a:tcPr>
                </a:tc>
                <a:tc>
                  <a:txBody>
                    <a:bodyPr/>
                    <a:lstStyle/>
                    <a:p>
                      <a:r>
                        <a:rPr sz="2100">
                          <a:solidFill>
                            <a:srgbClr val="18324C"/>
                          </a:solidFill>
                          <a:latin typeface="Arial"/>
                          <a:ea typeface="Arial"/>
                          <a:cs typeface="Arial"/>
                        </a:rPr>
                        <a:t>Reopen, SLA và ảnh flow đúng trạng thái</a:t>
                      </a:r>
                    </a:p>
                  </a:txBody>
                  <a:tcPr marL="91440" marR="91440" marT="45720" marB="45720">
                    <a:solidFill>
                      <a:srgbClr val="F5F8FB"/>
                    </a:solidFill>
                  </a:tcPr>
                </a:tc>
                <a:tc>
                  <a:txBody>
                    <a:bodyPr/>
                    <a:lstStyle/>
                    <a:p>
                      <a:r>
                        <a:rPr sz="2100">
                          <a:solidFill>
                            <a:srgbClr val="18324C"/>
                          </a:solidFill>
                          <a:latin typeface="Arial"/>
                          <a:ea typeface="Arial"/>
                          <a:cs typeface="Arial"/>
                        </a:rPr>
                        <a:t>Trí, Cường, Khánh, Chính</a:t>
                      </a:r>
                    </a:p>
                  </a:txBody>
                  <a:tcPr marL="91440" marR="91440" marT="45720" marB="45720">
                    <a:lnR w="9525">
                      <a:solidFill>
                        <a:srgbClr val="D9E2EB"/>
                      </a:solidFill>
                    </a:lnR>
                    <a:solidFill>
                      <a:srgbClr val="F5F8FB"/>
                    </a:solidFill>
                  </a:tcPr>
                </a:tc>
              </a:tr>
              <a:tr h="601436">
                <a:tc>
                  <a:txBody>
                    <a:bodyPr/>
                    <a:lstStyle/>
                    <a:p>
                      <a:r>
                        <a:rPr sz="2100">
                          <a:solidFill>
                            <a:srgbClr val="18324C"/>
                          </a:solidFill>
                          <a:latin typeface="Arial"/>
                          <a:ea typeface="Arial"/>
                          <a:cs typeface="Arial"/>
                        </a:rPr>
                        <a:t>PC-03</a:t>
                      </a:r>
                    </a:p>
                  </a:txBody>
                  <a:tcPr marL="91440" marR="91440" marT="45720" marB="45720">
                    <a:lnL w="9525">
                      <a:solidFill>
                        <a:srgbClr val="D9E2EB"/>
                      </a:solidFill>
                    </a:lnL>
                    <a:solidFill>
                      <a:srgbClr val="FFFFFF"/>
                    </a:solidFill>
                  </a:tcPr>
                </a:tc>
                <a:tc>
                  <a:txBody>
                    <a:bodyPr/>
                    <a:lstStyle/>
                    <a:p>
                      <a:r>
                        <a:rPr sz="2100">
                          <a:solidFill>
                            <a:srgbClr val="18324C"/>
                          </a:solidFill>
                          <a:latin typeface="Arial"/>
                          <a:ea typeface="Arial"/>
                          <a:cs typeface="Arial"/>
                        </a:rPr>
                        <a:t>Quyền, mã lỗi và validation dữ liệu</a:t>
                      </a:r>
                    </a:p>
                  </a:txBody>
                  <a:tcPr marL="91440" marR="91440" marT="45720" marB="45720">
                    <a:solidFill>
                      <a:srgbClr val="FFFFFF"/>
                    </a:solidFill>
                  </a:tcPr>
                </a:tc>
                <a:tc>
                  <a:txBody>
                    <a:bodyPr/>
                    <a:lstStyle/>
                    <a:p>
                      <a:r>
                        <a:rPr sz="2100">
                          <a:solidFill>
                            <a:srgbClr val="18324C"/>
                          </a:solidFill>
                          <a:latin typeface="Arial"/>
                          <a:ea typeface="Arial"/>
                          <a:cs typeface="Arial"/>
                        </a:rPr>
                        <a:t>Khánh, Cường/Trí</a:t>
                      </a:r>
                    </a:p>
                  </a:txBody>
                  <a:tcPr marL="91440" marR="91440" marT="45720" marB="45720">
                    <a:lnR w="9525">
                      <a:solidFill>
                        <a:srgbClr val="D9E2EB"/>
                      </a:solidFill>
                    </a:lnR>
                    <a:solidFill>
                      <a:srgbClr val="FFFFFF"/>
                    </a:solidFill>
                  </a:tcPr>
                </a:tc>
              </a:tr>
              <a:tr h="601436">
                <a:tc>
                  <a:txBody>
                    <a:bodyPr/>
                    <a:lstStyle/>
                    <a:p>
                      <a:r>
                        <a:rPr sz="2100">
                          <a:solidFill>
                            <a:srgbClr val="18324C"/>
                          </a:solidFill>
                          <a:latin typeface="Arial"/>
                          <a:ea typeface="Arial"/>
                          <a:cs typeface="Arial"/>
                        </a:rPr>
                        <a:t>PC-04</a:t>
                      </a:r>
                    </a:p>
                  </a:txBody>
                  <a:tcPr marL="91440" marR="91440" marT="45720" marB="45720">
                    <a:lnL w="9525">
                      <a:solidFill>
                        <a:srgbClr val="D9E2EB"/>
                      </a:solidFill>
                    </a:lnL>
                    <a:solidFill>
                      <a:srgbClr val="F5F8FB"/>
                    </a:solidFill>
                  </a:tcPr>
                </a:tc>
                <a:tc>
                  <a:txBody>
                    <a:bodyPr/>
                    <a:lstStyle/>
                    <a:p>
                      <a:r>
                        <a:rPr sz="2100">
                          <a:solidFill>
                            <a:srgbClr val="18324C"/>
                          </a:solidFill>
                          <a:latin typeface="Arial"/>
                          <a:ea typeface="Arial"/>
                          <a:cs typeface="Arial"/>
                        </a:rPr>
                        <a:t>Log, rule, công cụ và retention</a:t>
                      </a:r>
                    </a:p>
                  </a:txBody>
                  <a:tcPr marL="91440" marR="91440" marT="45720" marB="45720">
                    <a:solidFill>
                      <a:srgbClr val="F5F8FB"/>
                    </a:solidFill>
                  </a:tcPr>
                </a:tc>
                <a:tc>
                  <a:txBody>
                    <a:bodyPr/>
                    <a:lstStyle/>
                    <a:p>
                      <a:r>
                        <a:rPr sz="2100">
                          <a:solidFill>
                            <a:srgbClr val="18324C"/>
                          </a:solidFill>
                          <a:latin typeface="Arial"/>
                          <a:ea typeface="Arial"/>
                          <a:cs typeface="Arial"/>
                        </a:rPr>
                        <a:t>Hoà, Backend, Nhi</a:t>
                      </a:r>
                    </a:p>
                  </a:txBody>
                  <a:tcPr marL="91440" marR="91440" marT="45720" marB="45720">
                    <a:lnR w="9525">
                      <a:solidFill>
                        <a:srgbClr val="D9E2EB"/>
                      </a:solidFill>
                    </a:lnR>
                    <a:solidFill>
                      <a:srgbClr val="F5F8FB"/>
                    </a:solidFill>
                  </a:tcPr>
                </a:tc>
              </a:tr>
              <a:tr h="601436">
                <a:tc>
                  <a:txBody>
                    <a:bodyPr/>
                    <a:lstStyle/>
                    <a:p>
                      <a:r>
                        <a:rPr sz="2100">
                          <a:solidFill>
                            <a:srgbClr val="18324C"/>
                          </a:solidFill>
                          <a:latin typeface="Arial"/>
                          <a:ea typeface="Arial"/>
                          <a:cs typeface="Arial"/>
                        </a:rPr>
                        <a:t>PC-05</a:t>
                      </a:r>
                    </a:p>
                  </a:txBody>
                  <a:tcPr marL="91440" marR="91440" marT="45720" marB="45720">
                    <a:lnL w="9525">
                      <a:solidFill>
                        <a:srgbClr val="D9E2EB"/>
                      </a:solidFill>
                    </a:lnL>
                    <a:solidFill>
                      <a:srgbClr val="FFFFFF"/>
                    </a:solidFill>
                  </a:tcPr>
                </a:tc>
                <a:tc>
                  <a:txBody>
                    <a:bodyPr/>
                    <a:lstStyle/>
                    <a:p>
                      <a:r>
                        <a:rPr sz="2100">
                          <a:solidFill>
                            <a:srgbClr val="18324C"/>
                          </a:solidFill>
                          <a:latin typeface="Arial"/>
                          <a:ea typeface="Arial"/>
                          <a:cs typeface="Arial"/>
                        </a:rPr>
                        <a:t>Triển khai, TLS, network và bằng chứng</a:t>
                      </a:r>
                    </a:p>
                  </a:txBody>
                  <a:tcPr marL="91440" marR="91440" marT="45720" marB="45720">
                    <a:solidFill>
                      <a:srgbClr val="FFFFFF"/>
                    </a:solidFill>
                  </a:tcPr>
                </a:tc>
                <a:tc>
                  <a:txBody>
                    <a:bodyPr/>
                    <a:lstStyle/>
                    <a:p>
                      <a:r>
                        <a:rPr sz="2100">
                          <a:solidFill>
                            <a:srgbClr val="18324C"/>
                          </a:solidFill>
                          <a:latin typeface="Arial"/>
                          <a:ea typeface="Arial"/>
                          <a:cs typeface="Arial"/>
                        </a:rPr>
                        <a:t>Nhi, Chính, Trí</a:t>
                      </a:r>
                    </a:p>
                  </a:txBody>
                  <a:tcPr marL="91440" marR="91440" marT="45720" marB="45720">
                    <a:lnR w="9525">
                      <a:solidFill>
                        <a:srgbClr val="D9E2EB"/>
                      </a:solidFill>
                    </a:lnR>
                    <a:solidFill>
                      <a:srgbClr val="FFFFFF"/>
                    </a:solidFill>
                  </a:tcPr>
                </a:tc>
              </a:tr>
              <a:tr h="601436">
                <a:tc>
                  <a:txBody>
                    <a:bodyPr/>
                    <a:lstStyle/>
                    <a:p>
                      <a:r>
                        <a:rPr sz="2100">
                          <a:solidFill>
                            <a:srgbClr val="18324C"/>
                          </a:solidFill>
                          <a:latin typeface="Arial"/>
                          <a:ea typeface="Arial"/>
                          <a:cs typeface="Arial"/>
                        </a:rPr>
                        <a:t>PC-06</a:t>
                      </a:r>
                    </a:p>
                  </a:txBody>
                  <a:tcPr marL="91440" marR="91440" marT="45720" marB="45720">
                    <a:lnL w="9525">
                      <a:solidFill>
                        <a:srgbClr val="D9E2EB"/>
                      </a:solidFill>
                    </a:lnL>
                    <a:lnB w="9525">
                      <a:solidFill>
                        <a:srgbClr val="D9E2EB"/>
                      </a:solidFill>
                    </a:lnB>
                    <a:solidFill>
                      <a:srgbClr val="F5F8FB"/>
                    </a:solidFill>
                  </a:tcPr>
                </a:tc>
                <a:tc>
                  <a:txBody>
                    <a:bodyPr/>
                    <a:lstStyle/>
                    <a:p>
                      <a:r>
                        <a:rPr sz="2100">
                          <a:solidFill>
                            <a:srgbClr val="18324C"/>
                          </a:solidFill>
                          <a:latin typeface="Arial"/>
                          <a:ea typeface="Arial"/>
                          <a:cs typeface="Arial"/>
                        </a:rPr>
                        <a:t>Review mã NFR và tham chiếu bản gộp</a:t>
                      </a:r>
                    </a:p>
                  </a:txBody>
                  <a:tcPr marL="91440" marR="91440" marT="45720" marB="45720">
                    <a:lnB w="9525">
                      <a:solidFill>
                        <a:srgbClr val="D9E2EB"/>
                      </a:solidFill>
                    </a:lnB>
                    <a:solidFill>
                      <a:srgbClr val="F5F8FB"/>
                    </a:solidFill>
                  </a:tcPr>
                </a:tc>
                <a:tc>
                  <a:txBody>
                    <a:bodyPr/>
                    <a:lstStyle/>
                    <a:p>
                      <a:r>
                        <a:rPr sz="2100">
                          <a:solidFill>
                            <a:srgbClr val="18324C"/>
                          </a:solidFill>
                          <a:latin typeface="Arial"/>
                          <a:ea typeface="Arial"/>
                          <a:cs typeface="Arial"/>
                        </a:rPr>
                        <a:t>Chính, Cường/Trí</a:t>
                      </a:r>
                    </a:p>
                  </a:txBody>
                  <a:tcPr marL="91440" marR="91440" marT="45720" marB="45720">
                    <a:lnR w="9525">
                      <a:solidFill>
                        <a:srgbClr val="D9E2EB"/>
                      </a:solidFill>
                    </a:lnR>
                    <a:lnB w="9525">
                      <a:solidFill>
                        <a:srgbClr val="D9E2EB"/>
                      </a:solidFill>
                    </a:lnB>
                    <a:solidFill>
                      <a:srgbClr val="F5F8FB"/>
                    </a:solidFill>
                  </a:tcPr>
                </a:tc>
              </a:tr>
            </a:tbl>
          </a:graphicData>
        </a:graphic>
      </p:graphicFrame>
      <p:sp>
        <p:nvSpPr>
          <p:cNvPr id="5" name="">
            <a:extLst xmlns:a="http://schemas.openxmlformats.org/drawingml/2006/main">
              <a:ext uri="{FF2B5EF4-FFF2-40B4-BE49-F238E27FC236}">
                <a16:creationId xmlns:a16="http://schemas.microsoft.com/office/drawing/2014/main" id="{EDFD49A4-DEB5-4AF3-A85D-FC143456235F}"/>
              </a:ext>
            </a:extLst>
          </p:cNvPr>
          <p:cNvSpPr>
            <a:spLocks xmlns:a="http://schemas.openxmlformats.org/drawingml/2006/main" noGrp="1"/>
          </p:cNvSpPr>
          <p:nvPr/>
        </p:nvSpPr>
        <p:spPr>
          <a:xfrm xmlns:a="http://schemas.openxmlformats.org/drawingml/2006/main">
            <a:off x="790575" y="6457950"/>
            <a:ext cx="1333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087F8C"/>
                </a:solidFill>
                <a:latin typeface="Arial"/>
                <a:ea typeface="Arial"/>
                <a:cs typeface="Arial"/>
              </a:defRPr>
            </a:defPPr>
            <a:lvl1pPr>
              <a:defRPr sz="2850" b="1">
                <a:solidFill>
                  <a:srgbClr val="087F8C"/>
                </a:solidFill>
                <a:latin typeface="Arial"/>
                <a:ea typeface="Arial"/>
                <a:cs typeface="Arial"/>
              </a:defRPr>
            </a:lvl1pPr>
            <a:lvl2pPr>
              <a:defRPr sz="2850" b="1">
                <a:solidFill>
                  <a:srgbClr val="087F8C"/>
                </a:solidFill>
                <a:latin typeface="Arial"/>
                <a:ea typeface="Arial"/>
                <a:cs typeface="Arial"/>
              </a:defRPr>
            </a:lvl2pPr>
            <a:lvl3pPr>
              <a:defRPr sz="2850" b="1">
                <a:solidFill>
                  <a:srgbClr val="087F8C"/>
                </a:solidFill>
                <a:latin typeface="Arial"/>
                <a:ea typeface="Arial"/>
                <a:cs typeface="Arial"/>
              </a:defRPr>
            </a:lvl3pPr>
            <a:lvl4pPr>
              <a:defRPr sz="2850" b="1">
                <a:solidFill>
                  <a:srgbClr val="087F8C"/>
                </a:solidFill>
                <a:latin typeface="Arial"/>
                <a:ea typeface="Arial"/>
                <a:cs typeface="Arial"/>
              </a:defRPr>
            </a:lvl4pPr>
            <a:lvl5pPr>
              <a:defRPr sz="2850" b="1">
                <a:solidFill>
                  <a:srgbClr val="087F8C"/>
                </a:solidFill>
                <a:latin typeface="Arial"/>
                <a:ea typeface="Arial"/>
                <a:cs typeface="Arial"/>
              </a:defRPr>
            </a:lvl5pPr>
            <a:lvl6pPr>
              <a:defRPr sz="2850" b="1">
                <a:solidFill>
                  <a:srgbClr val="087F8C"/>
                </a:solidFill>
                <a:latin typeface="Arial"/>
                <a:ea typeface="Arial"/>
                <a:cs typeface="Arial"/>
              </a:defRPr>
            </a:lvl6pPr>
            <a:lvl7pPr>
              <a:defRPr sz="2850" b="1">
                <a:solidFill>
                  <a:srgbClr val="087F8C"/>
                </a:solidFill>
                <a:latin typeface="Arial"/>
                <a:ea typeface="Arial"/>
                <a:cs typeface="Arial"/>
              </a:defRPr>
            </a:lvl7pPr>
            <a:lvl8pPr>
              <a:defRPr sz="2850" b="1">
                <a:solidFill>
                  <a:srgbClr val="087F8C"/>
                </a:solidFill>
                <a:latin typeface="Arial"/>
                <a:ea typeface="Arial"/>
                <a:cs typeface="Arial"/>
              </a:defRPr>
            </a:lvl8pPr>
            <a:lvl9pPr>
              <a:defRPr sz="2850" b="1">
                <a:solidFill>
                  <a:srgbClr val="087F8C"/>
                </a:solidFill>
                <a:latin typeface="Arial"/>
                <a:ea typeface="Arial"/>
                <a:cs typeface="Arial"/>
              </a:defRPr>
            </a:lvl9pPr>
          </a:lstStyle>
          <a:p xmlns:a="http://schemas.openxmlformats.org/drawingml/2006/main">
            <a:pPr>
              <a:defRPr sz="2850" b="1">
                <a:solidFill>
                  <a:srgbClr val="087F8C"/>
                </a:solidFill>
                <a:latin typeface="Arial"/>
                <a:ea typeface="Arial"/>
                <a:cs typeface="Arial"/>
              </a:defRPr>
            </a:pPr>
            <a:r>
              <a:rPr sz="2850" b="1">
                <a:solidFill>
                  <a:srgbClr val="087F8C"/>
                </a:solidFill>
                <a:latin typeface="Arial"/>
                <a:ea typeface="Arial"/>
                <a:cs typeface="Arial"/>
              </a:rPr>
              <a:t>Giảng viên góp ý và xác nhận phạm vi MVP</a:t>
            </a:r>
          </a:p>
        </p:txBody>
      </p:sp>
      <p:sp>
        <p:nvSpPr>
          <p:cNvPr id="6" name="">
            <a:extLst xmlns:a="http://schemas.openxmlformats.org/drawingml/2006/main">
              <a:ext uri="{FF2B5EF4-FFF2-40B4-BE49-F238E27FC236}">
                <a16:creationId xmlns:a16="http://schemas.microsoft.com/office/drawing/2014/main" id="{5825E967-7B62-4477-9C80-0697AAFEE5D2}"/>
              </a:ext>
            </a:extLst>
          </p:cNvPr>
          <p:cNvSpPr>
            <a:spLocks xmlns:a="http://schemas.openxmlformats.org/drawingml/2006/main" noGrp="1"/>
          </p:cNvSpPr>
          <p:nvPr/>
        </p:nvSpPr>
        <p:spPr>
          <a:xfrm xmlns:a="http://schemas.openxmlformats.org/drawingml/2006/main">
            <a:off x="790575" y="7210425"/>
            <a:ext cx="13144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8324C"/>
                </a:solidFill>
                <a:latin typeface="Arial"/>
                <a:ea typeface="Arial"/>
                <a:cs typeface="Arial"/>
              </a:defRPr>
            </a:defPPr>
            <a:lvl1pPr>
              <a:defRPr sz="2250" b="0">
                <a:solidFill>
                  <a:srgbClr val="18324C"/>
                </a:solidFill>
                <a:latin typeface="Arial"/>
                <a:ea typeface="Arial"/>
                <a:cs typeface="Arial"/>
              </a:defRPr>
            </a:lvl1pPr>
            <a:lvl2pPr>
              <a:defRPr sz="2250" b="0">
                <a:solidFill>
                  <a:srgbClr val="18324C"/>
                </a:solidFill>
                <a:latin typeface="Arial"/>
                <a:ea typeface="Arial"/>
                <a:cs typeface="Arial"/>
              </a:defRPr>
            </a:lvl2pPr>
            <a:lvl3pPr>
              <a:defRPr sz="2250" b="0">
                <a:solidFill>
                  <a:srgbClr val="18324C"/>
                </a:solidFill>
                <a:latin typeface="Arial"/>
                <a:ea typeface="Arial"/>
                <a:cs typeface="Arial"/>
              </a:defRPr>
            </a:lvl3pPr>
            <a:lvl4pPr>
              <a:defRPr sz="2250" b="0">
                <a:solidFill>
                  <a:srgbClr val="18324C"/>
                </a:solidFill>
                <a:latin typeface="Arial"/>
                <a:ea typeface="Arial"/>
                <a:cs typeface="Arial"/>
              </a:defRPr>
            </a:lvl4pPr>
            <a:lvl5pPr>
              <a:defRPr sz="2250" b="0">
                <a:solidFill>
                  <a:srgbClr val="18324C"/>
                </a:solidFill>
                <a:latin typeface="Arial"/>
                <a:ea typeface="Arial"/>
                <a:cs typeface="Arial"/>
              </a:defRPr>
            </a:lvl5pPr>
            <a:lvl6pPr>
              <a:defRPr sz="2250" b="0">
                <a:solidFill>
                  <a:srgbClr val="18324C"/>
                </a:solidFill>
                <a:latin typeface="Arial"/>
                <a:ea typeface="Arial"/>
                <a:cs typeface="Arial"/>
              </a:defRPr>
            </a:lvl6pPr>
            <a:lvl7pPr>
              <a:defRPr sz="2250" b="0">
                <a:solidFill>
                  <a:srgbClr val="18324C"/>
                </a:solidFill>
                <a:latin typeface="Arial"/>
                <a:ea typeface="Arial"/>
                <a:cs typeface="Arial"/>
              </a:defRPr>
            </a:lvl7pPr>
            <a:lvl8pPr>
              <a:defRPr sz="2250" b="0">
                <a:solidFill>
                  <a:srgbClr val="18324C"/>
                </a:solidFill>
                <a:latin typeface="Arial"/>
                <a:ea typeface="Arial"/>
                <a:cs typeface="Arial"/>
              </a:defRPr>
            </a:lvl8pPr>
            <a:lvl9pPr>
              <a:defRPr sz="2250" b="0">
                <a:solidFill>
                  <a:srgbClr val="18324C"/>
                </a:solidFill>
                <a:latin typeface="Arial"/>
                <a:ea typeface="Arial"/>
                <a:cs typeface="Arial"/>
              </a:defRPr>
            </a:lvl9pPr>
          </a:lstStyle>
          <a:p xmlns:a="http://schemas.openxmlformats.org/drawingml/2006/main">
            <a:pPr>
              <a:defRPr sz="2250" b="0">
                <a:solidFill>
                  <a:srgbClr val="18324C"/>
                </a:solidFill>
                <a:latin typeface="Arial"/>
                <a:ea typeface="Arial"/>
                <a:cs typeface="Arial"/>
              </a:defRPr>
            </a:pPr>
            <a:r>
              <a:rPr sz="2250" b="0">
                <a:solidFill>
                  <a:srgbClr val="18324C"/>
                </a:solidFill>
                <a:latin typeface="Arial"/>
                <a:ea typeface="Arial"/>
                <a:cs typeface="Arial"/>
              </a:rPr>
              <a:t>Khiêm ghi quyết định thực tế, người phụ trách, hạn và link bằng chứng vào file 08. Chuyển Done khi đủ đầu ra và xác nhận.</a:t>
            </a:r>
          </a:p>
        </p:txBody>
      </p:sp>
    </p:spTree>
    <p:extLst>
      <p:ext uri="{BB962C8B-B14F-4D97-AF65-F5344CB8AC3E}">
        <p14:creationId xmlns:p14="http://schemas.microsoft.com/office/powerpoint/2010/main" val="9409475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2026-10-30T06:11:11.1250000Z</dcterms:created>
  <dcterms:modified xsi:type="dcterms:W3CDTF">2026-10-30T06:11:11.1250000Z</dcterms:modified>
</coreProperties>
</file>